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2" r:id="rId10"/>
    <p:sldId id="268" r:id="rId11"/>
    <p:sldId id="271" r:id="rId12"/>
    <p:sldId id="267" r:id="rId13"/>
    <p:sldId id="273" r:id="rId14"/>
    <p:sldId id="266" r:id="rId15"/>
    <p:sldId id="270" r:id="rId16"/>
    <p:sldId id="265" r:id="rId17"/>
    <p:sldId id="274" r:id="rId18"/>
    <p:sldId id="269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F9273C5B-38BD-46D3-9CCD-97BFB5D74971}">
          <p14:sldIdLst>
            <p14:sldId id="256"/>
          </p14:sldIdLst>
        </p14:section>
        <p14:section name="Раздел оглавления" id="{8FD01B97-CC25-45F4-A90A-9BAF087D8801}">
          <p14:sldIdLst>
            <p14:sldId id="263"/>
          </p14:sldIdLst>
        </p14:section>
        <p14:section name="Раздел 1" id="{4E781906-6446-4C19-B03A-57270DCEA5FC}">
          <p14:sldIdLst>
            <p14:sldId id="257"/>
            <p14:sldId id="258"/>
            <p14:sldId id="259"/>
            <p14:sldId id="260"/>
            <p14:sldId id="261"/>
            <p14:sldId id="264"/>
            <p14:sldId id="262"/>
            <p14:sldId id="268"/>
            <p14:sldId id="271"/>
            <p14:sldId id="267"/>
            <p14:sldId id="273"/>
            <p14:sldId id="266"/>
            <p14:sldId id="270"/>
            <p14:sldId id="265"/>
            <p14:sldId id="274"/>
            <p14:sldId id="269"/>
            <p14:sldId id="27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slide" Target="../slides/slide4.xml"/><Relationship Id="rId1" Type="http://schemas.openxmlformats.org/officeDocument/2006/relationships/slide" Target="../slides/slide2.xml"/><Relationship Id="rId5" Type="http://schemas.openxmlformats.org/officeDocument/2006/relationships/slide" Target="../slides/slide10.xml"/><Relationship Id="rId4" Type="http://schemas.openxmlformats.org/officeDocument/2006/relationships/slide" Target="../slides/slide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C4EC0D-7014-456C-B22A-0EB8F42F7543}" type="doc">
      <dgm:prSet loTypeId="urn:microsoft.com/office/officeart/2005/8/layout/bProcess2" loCatId="process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ru-RU"/>
        </a:p>
      </dgm:t>
    </dgm:pt>
    <dgm:pt modelId="{C2BFEBB6-AB78-400E-89F8-452B19447F9F}">
      <dgm:prSet phldrT="[Текст]"/>
      <dgm:spPr/>
      <dgm:t>
        <a:bodyPr/>
        <a:lstStyle/>
        <a:p>
          <a:r>
            <a:rPr lang="ru-RU" dirty="0"/>
            <a:t>1 </a:t>
          </a:r>
          <a:r>
            <a:rPr lang="ru-RU" dirty="0" err="1"/>
            <a:t>тапсырма</a:t>
          </a:r>
          <a:r>
            <a:rPr lang="ru-RU" dirty="0"/>
            <a:t> 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332B8DAE-5F98-4FF7-A96E-27732AF170EB}" type="parTrans" cxnId="{B3C63C2A-44A8-4041-81D7-57C49A336F5E}">
      <dgm:prSet/>
      <dgm:spPr/>
      <dgm:t>
        <a:bodyPr/>
        <a:lstStyle/>
        <a:p>
          <a:endParaRPr lang="ru-RU"/>
        </a:p>
      </dgm:t>
    </dgm:pt>
    <dgm:pt modelId="{E721506C-AE54-4EC2-8F91-E12C7CBFD668}" type="sibTrans" cxnId="{B3C63C2A-44A8-4041-81D7-57C49A336F5E}">
      <dgm:prSet/>
      <dgm:spPr/>
      <dgm:t>
        <a:bodyPr/>
        <a:lstStyle/>
        <a:p>
          <a:endParaRPr lang="ru-RU"/>
        </a:p>
      </dgm:t>
    </dgm:pt>
    <dgm:pt modelId="{0F23AFDB-8DAA-43C9-80B9-97DF7B9B5585}">
      <dgm:prSet phldrT="[Текст]"/>
      <dgm:spPr/>
      <dgm:t>
        <a:bodyPr/>
        <a:lstStyle/>
        <a:p>
          <a:r>
            <a:rPr lang="ru-RU" dirty="0"/>
            <a:t>2 </a:t>
          </a:r>
          <a:r>
            <a:rPr lang="ru-RU" dirty="0" err="1"/>
            <a:t>тапсырма</a:t>
          </a:r>
          <a:r>
            <a:rPr lang="ru-RU" dirty="0"/>
            <a:t> 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717BDC16-56A2-4948-8A25-A0287CF6E330}" type="parTrans" cxnId="{51FA3358-22E2-4DC3-BE31-A3B177C253FA}">
      <dgm:prSet/>
      <dgm:spPr/>
      <dgm:t>
        <a:bodyPr/>
        <a:lstStyle/>
        <a:p>
          <a:endParaRPr lang="ru-RU"/>
        </a:p>
      </dgm:t>
    </dgm:pt>
    <dgm:pt modelId="{5DBE363A-4CDE-4B2A-8508-5D8DBA0B6D98}" type="sibTrans" cxnId="{51FA3358-22E2-4DC3-BE31-A3B177C253FA}">
      <dgm:prSet/>
      <dgm:spPr/>
      <dgm:t>
        <a:bodyPr/>
        <a:lstStyle/>
        <a:p>
          <a:endParaRPr lang="ru-RU"/>
        </a:p>
      </dgm:t>
    </dgm:pt>
    <dgm:pt modelId="{9D197117-4399-464C-A27C-8989AD7C64CD}">
      <dgm:prSet phldrT="[Текст]"/>
      <dgm:spPr/>
      <dgm:t>
        <a:bodyPr/>
        <a:lstStyle/>
        <a:p>
          <a:r>
            <a:rPr lang="ru-RU" dirty="0"/>
            <a:t>3 </a:t>
          </a:r>
          <a:r>
            <a:rPr lang="ru-RU" dirty="0" err="1"/>
            <a:t>тапсырма</a:t>
          </a:r>
          <a:r>
            <a:rPr lang="ru-RU" dirty="0"/>
            <a:t> 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FDBCB81E-86E4-4024-9E75-F47230793DA4}" type="parTrans" cxnId="{06A331BA-A7FA-4026-ADE5-2BD6DE226D24}">
      <dgm:prSet/>
      <dgm:spPr/>
      <dgm:t>
        <a:bodyPr/>
        <a:lstStyle/>
        <a:p>
          <a:endParaRPr lang="ru-RU"/>
        </a:p>
      </dgm:t>
    </dgm:pt>
    <dgm:pt modelId="{D43853AB-78F4-458D-BAE2-FDD6F10B9B5E}" type="sibTrans" cxnId="{06A331BA-A7FA-4026-ADE5-2BD6DE226D24}">
      <dgm:prSet/>
      <dgm:spPr/>
      <dgm:t>
        <a:bodyPr/>
        <a:lstStyle/>
        <a:p>
          <a:endParaRPr lang="ru-RU"/>
        </a:p>
      </dgm:t>
    </dgm:pt>
    <dgm:pt modelId="{B0EE117C-B7B5-49A4-A4BB-5AC9E22F473E}">
      <dgm:prSet phldrT="[Текст]"/>
      <dgm:spPr/>
      <dgm:t>
        <a:bodyPr/>
        <a:lstStyle/>
        <a:p>
          <a:r>
            <a:rPr lang="ru-RU" dirty="0"/>
            <a:t>4 </a:t>
          </a:r>
          <a:r>
            <a:rPr lang="ru-RU" dirty="0" err="1"/>
            <a:t>тапсырма</a:t>
          </a:r>
          <a:r>
            <a:rPr lang="ru-RU" dirty="0"/>
            <a:t> 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10DE10F5-28F9-46E1-A589-AD42A273F3AB}" type="parTrans" cxnId="{8108327B-9E0B-4E62-ABCF-687589A658A5}">
      <dgm:prSet/>
      <dgm:spPr/>
      <dgm:t>
        <a:bodyPr/>
        <a:lstStyle/>
        <a:p>
          <a:endParaRPr lang="ru-RU"/>
        </a:p>
      </dgm:t>
    </dgm:pt>
    <dgm:pt modelId="{851A9423-D752-4CAD-BBF9-19DBC4DCDF8C}" type="sibTrans" cxnId="{8108327B-9E0B-4E62-ABCF-687589A658A5}">
      <dgm:prSet/>
      <dgm:spPr/>
      <dgm:t>
        <a:bodyPr/>
        <a:lstStyle/>
        <a:p>
          <a:endParaRPr lang="ru-RU"/>
        </a:p>
      </dgm:t>
    </dgm:pt>
    <dgm:pt modelId="{0FC97EE1-C70B-44E2-9DF6-BFAD36188A95}">
      <dgm:prSet phldrT="[Текст]"/>
      <dgm:spPr/>
      <dgm:t>
        <a:bodyPr/>
        <a:lstStyle/>
        <a:p>
          <a:r>
            <a:rPr lang="ru-RU" dirty="0"/>
            <a:t>5 </a:t>
          </a:r>
          <a:r>
            <a:rPr lang="ru-RU" dirty="0" err="1"/>
            <a:t>тапсырма</a:t>
          </a:r>
          <a:r>
            <a:rPr lang="ru-RU" dirty="0"/>
            <a:t> 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 action="ppaction://hlinksldjump"/>
          </dgm14:cNvPr>
        </a:ext>
      </dgm:extLst>
    </dgm:pt>
    <dgm:pt modelId="{C4BF9E3A-8D87-435D-93D3-5807EA906113}" type="parTrans" cxnId="{8986501E-5E5D-4C22-B5D5-257C9FD87C14}">
      <dgm:prSet/>
      <dgm:spPr/>
      <dgm:t>
        <a:bodyPr/>
        <a:lstStyle/>
        <a:p>
          <a:endParaRPr lang="ru-RU"/>
        </a:p>
      </dgm:t>
    </dgm:pt>
    <dgm:pt modelId="{A87B43E6-E2A1-4DF3-8018-EC68A1E21BD5}" type="sibTrans" cxnId="{8986501E-5E5D-4C22-B5D5-257C9FD87C14}">
      <dgm:prSet/>
      <dgm:spPr/>
      <dgm:t>
        <a:bodyPr/>
        <a:lstStyle/>
        <a:p>
          <a:endParaRPr lang="ru-RU"/>
        </a:p>
      </dgm:t>
    </dgm:pt>
    <dgm:pt modelId="{59CFE142-6A86-437C-841D-9C8E04A4ED3E}">
      <dgm:prSet phldrT="[Текст]"/>
      <dgm:spPr/>
      <dgm:t>
        <a:bodyPr/>
        <a:lstStyle/>
        <a:p>
          <a:r>
            <a:rPr lang="ru-RU" dirty="0"/>
            <a:t>6 </a:t>
          </a:r>
          <a:r>
            <a:rPr lang="ru-RU" dirty="0" err="1"/>
            <a:t>тапсырма</a:t>
          </a:r>
          <a:r>
            <a:rPr lang="ru-RU" dirty="0"/>
            <a:t> </a:t>
          </a:r>
        </a:p>
      </dgm:t>
    </dgm:pt>
    <dgm:pt modelId="{67A8DC9A-ECEB-4818-8B33-DD0E8BDFF1B5}" type="parTrans" cxnId="{58BB3F1C-B8D7-47E4-A8A2-162AC30BB100}">
      <dgm:prSet/>
      <dgm:spPr/>
      <dgm:t>
        <a:bodyPr/>
        <a:lstStyle/>
        <a:p>
          <a:endParaRPr lang="ru-RU"/>
        </a:p>
      </dgm:t>
    </dgm:pt>
    <dgm:pt modelId="{33647CBD-FBC1-4FAD-8096-46BB875880C0}" type="sibTrans" cxnId="{58BB3F1C-B8D7-47E4-A8A2-162AC30BB100}">
      <dgm:prSet/>
      <dgm:spPr/>
      <dgm:t>
        <a:bodyPr/>
        <a:lstStyle/>
        <a:p>
          <a:endParaRPr lang="ru-RU"/>
        </a:p>
      </dgm:t>
    </dgm:pt>
    <dgm:pt modelId="{1B3E5DC5-1136-4D2B-8AED-414396BBE3AE}">
      <dgm:prSet phldrT="[Текст]"/>
      <dgm:spPr/>
      <dgm:t>
        <a:bodyPr/>
        <a:lstStyle/>
        <a:p>
          <a:r>
            <a:rPr lang="ru-RU" dirty="0"/>
            <a:t>8 </a:t>
          </a:r>
          <a:r>
            <a:rPr lang="ru-RU" dirty="0" err="1"/>
            <a:t>тапсырма</a:t>
          </a:r>
          <a:r>
            <a:rPr lang="ru-RU" dirty="0"/>
            <a:t> </a:t>
          </a:r>
        </a:p>
      </dgm:t>
    </dgm:pt>
    <dgm:pt modelId="{C37B3813-E9A0-4853-97D3-6F4A3146357A}" type="parTrans" cxnId="{60344239-847E-4688-894C-91981B569F41}">
      <dgm:prSet/>
      <dgm:spPr/>
      <dgm:t>
        <a:bodyPr/>
        <a:lstStyle/>
        <a:p>
          <a:endParaRPr lang="ru-RU"/>
        </a:p>
      </dgm:t>
    </dgm:pt>
    <dgm:pt modelId="{917961A9-71CF-46F3-B8A2-A3F99E852DFF}" type="sibTrans" cxnId="{60344239-847E-4688-894C-91981B569F41}">
      <dgm:prSet/>
      <dgm:spPr/>
      <dgm:t>
        <a:bodyPr/>
        <a:lstStyle/>
        <a:p>
          <a:endParaRPr lang="ru-RU"/>
        </a:p>
      </dgm:t>
    </dgm:pt>
    <dgm:pt modelId="{0E312522-B26E-4AC7-AA4A-00CE50D52405}">
      <dgm:prSet phldrT="[Текст]"/>
      <dgm:spPr/>
      <dgm:t>
        <a:bodyPr/>
        <a:lstStyle/>
        <a:p>
          <a:r>
            <a:rPr lang="ru-RU" dirty="0"/>
            <a:t>7 </a:t>
          </a:r>
          <a:r>
            <a:rPr lang="ru-RU" dirty="0" err="1"/>
            <a:t>тапсырма</a:t>
          </a:r>
          <a:r>
            <a:rPr lang="ru-RU" dirty="0"/>
            <a:t> </a:t>
          </a:r>
        </a:p>
      </dgm:t>
    </dgm:pt>
    <dgm:pt modelId="{52994A77-7977-44FB-8D9C-7B161E206012}" type="parTrans" cxnId="{FA3F6DF5-1AC5-4BD6-909E-D83FE1BEAAD7}">
      <dgm:prSet/>
      <dgm:spPr/>
      <dgm:t>
        <a:bodyPr/>
        <a:lstStyle/>
        <a:p>
          <a:endParaRPr lang="ru-RU"/>
        </a:p>
      </dgm:t>
    </dgm:pt>
    <dgm:pt modelId="{380A6553-B8F7-4EF6-85AA-D0C29AEA6FD2}" type="sibTrans" cxnId="{FA3F6DF5-1AC5-4BD6-909E-D83FE1BEAAD7}">
      <dgm:prSet/>
      <dgm:spPr/>
      <dgm:t>
        <a:bodyPr/>
        <a:lstStyle/>
        <a:p>
          <a:endParaRPr lang="ru-RU"/>
        </a:p>
      </dgm:t>
    </dgm:pt>
    <dgm:pt modelId="{85C8E942-65CF-4163-9AE6-EF65346D8D93}">
      <dgm:prSet phldrT="[Текст]"/>
      <dgm:spPr/>
      <dgm:t>
        <a:bodyPr/>
        <a:lstStyle/>
        <a:p>
          <a:r>
            <a:rPr lang="ru-RU" dirty="0"/>
            <a:t>9 </a:t>
          </a:r>
          <a:r>
            <a:rPr lang="ru-RU" dirty="0" err="1"/>
            <a:t>тапсырма</a:t>
          </a:r>
          <a:r>
            <a:rPr lang="ru-RU" dirty="0"/>
            <a:t> </a:t>
          </a:r>
        </a:p>
      </dgm:t>
    </dgm:pt>
    <dgm:pt modelId="{A7E19269-45CF-45FA-8B7A-64131D579C2E}" type="parTrans" cxnId="{2398DE23-1EC6-4049-A52E-3FE4DEE4CDF0}">
      <dgm:prSet/>
      <dgm:spPr/>
      <dgm:t>
        <a:bodyPr/>
        <a:lstStyle/>
        <a:p>
          <a:endParaRPr lang="ru-RU"/>
        </a:p>
      </dgm:t>
    </dgm:pt>
    <dgm:pt modelId="{FDCEEB38-1D47-4E00-A451-F0020E390639}" type="sibTrans" cxnId="{2398DE23-1EC6-4049-A52E-3FE4DEE4CDF0}">
      <dgm:prSet/>
      <dgm:spPr/>
      <dgm:t>
        <a:bodyPr/>
        <a:lstStyle/>
        <a:p>
          <a:endParaRPr lang="ru-RU"/>
        </a:p>
      </dgm:t>
    </dgm:pt>
    <dgm:pt modelId="{5E5394F3-5840-48C6-BB13-F2FEA1C6B66C}" type="pres">
      <dgm:prSet presAssocID="{83C4EC0D-7014-456C-B22A-0EB8F42F7543}" presName="diagram" presStyleCnt="0">
        <dgm:presLayoutVars>
          <dgm:dir/>
          <dgm:resizeHandles/>
        </dgm:presLayoutVars>
      </dgm:prSet>
      <dgm:spPr/>
    </dgm:pt>
    <dgm:pt modelId="{9C7D179D-F09A-4A16-8541-EFFEAB261FA3}" type="pres">
      <dgm:prSet presAssocID="{C2BFEBB6-AB78-400E-89F8-452B19447F9F}" presName="firstNode" presStyleLbl="node1" presStyleIdx="0" presStyleCnt="9">
        <dgm:presLayoutVars>
          <dgm:bulletEnabled val="1"/>
        </dgm:presLayoutVars>
      </dgm:prSet>
      <dgm:spPr/>
    </dgm:pt>
    <dgm:pt modelId="{C91DABC7-4E4A-4974-9CA9-C28B8DFD0848}" type="pres">
      <dgm:prSet presAssocID="{E721506C-AE54-4EC2-8F91-E12C7CBFD668}" presName="sibTrans" presStyleLbl="sibTrans2D1" presStyleIdx="0" presStyleCnt="8"/>
      <dgm:spPr/>
    </dgm:pt>
    <dgm:pt modelId="{7103B83D-5F2D-4DF2-B9FC-BDBC42BC6D6E}" type="pres">
      <dgm:prSet presAssocID="{0F23AFDB-8DAA-43C9-80B9-97DF7B9B5585}" presName="middleNode" presStyleCnt="0"/>
      <dgm:spPr/>
    </dgm:pt>
    <dgm:pt modelId="{3D795717-9240-45CA-B6D1-E7AC88FEEA07}" type="pres">
      <dgm:prSet presAssocID="{0F23AFDB-8DAA-43C9-80B9-97DF7B9B5585}" presName="padding" presStyleLbl="node1" presStyleIdx="0" presStyleCnt="9"/>
      <dgm:spPr/>
    </dgm:pt>
    <dgm:pt modelId="{F3734988-718D-43AB-97E3-0B3B3368BB29}" type="pres">
      <dgm:prSet presAssocID="{0F23AFDB-8DAA-43C9-80B9-97DF7B9B5585}" presName="shape" presStyleLbl="node1" presStyleIdx="1" presStyleCnt="9">
        <dgm:presLayoutVars>
          <dgm:bulletEnabled val="1"/>
        </dgm:presLayoutVars>
      </dgm:prSet>
      <dgm:spPr/>
    </dgm:pt>
    <dgm:pt modelId="{E3E4404C-6963-40AF-B355-97166AF0340F}" type="pres">
      <dgm:prSet presAssocID="{5DBE363A-4CDE-4B2A-8508-5D8DBA0B6D98}" presName="sibTrans" presStyleLbl="sibTrans2D1" presStyleIdx="1" presStyleCnt="8"/>
      <dgm:spPr/>
    </dgm:pt>
    <dgm:pt modelId="{470711FC-717B-414D-A44E-9BAECA64C548}" type="pres">
      <dgm:prSet presAssocID="{9D197117-4399-464C-A27C-8989AD7C64CD}" presName="middleNode" presStyleCnt="0"/>
      <dgm:spPr/>
    </dgm:pt>
    <dgm:pt modelId="{D39747D4-6997-4D08-9A2E-294D403E83C1}" type="pres">
      <dgm:prSet presAssocID="{9D197117-4399-464C-A27C-8989AD7C64CD}" presName="padding" presStyleLbl="node1" presStyleIdx="1" presStyleCnt="9"/>
      <dgm:spPr/>
    </dgm:pt>
    <dgm:pt modelId="{121F930B-58E2-400E-AE47-F72AE6BB26A6}" type="pres">
      <dgm:prSet presAssocID="{9D197117-4399-464C-A27C-8989AD7C64CD}" presName="shape" presStyleLbl="node1" presStyleIdx="2" presStyleCnt="9">
        <dgm:presLayoutVars>
          <dgm:bulletEnabled val="1"/>
        </dgm:presLayoutVars>
      </dgm:prSet>
      <dgm:spPr/>
    </dgm:pt>
    <dgm:pt modelId="{0CD8ECC3-FA06-464E-A849-DFDA7EE8A1B3}" type="pres">
      <dgm:prSet presAssocID="{D43853AB-78F4-458D-BAE2-FDD6F10B9B5E}" presName="sibTrans" presStyleLbl="sibTrans2D1" presStyleIdx="2" presStyleCnt="8"/>
      <dgm:spPr/>
    </dgm:pt>
    <dgm:pt modelId="{6A832805-783E-409F-AD79-F99E7F540ED0}" type="pres">
      <dgm:prSet presAssocID="{B0EE117C-B7B5-49A4-A4BB-5AC9E22F473E}" presName="middleNode" presStyleCnt="0"/>
      <dgm:spPr/>
    </dgm:pt>
    <dgm:pt modelId="{7C9C272A-30DB-4C67-A258-61103447FF9B}" type="pres">
      <dgm:prSet presAssocID="{B0EE117C-B7B5-49A4-A4BB-5AC9E22F473E}" presName="padding" presStyleLbl="node1" presStyleIdx="2" presStyleCnt="9"/>
      <dgm:spPr/>
    </dgm:pt>
    <dgm:pt modelId="{ED103FBF-C946-4277-BE5E-8BCF997FE379}" type="pres">
      <dgm:prSet presAssocID="{B0EE117C-B7B5-49A4-A4BB-5AC9E22F473E}" presName="shape" presStyleLbl="node1" presStyleIdx="3" presStyleCnt="9">
        <dgm:presLayoutVars>
          <dgm:bulletEnabled val="1"/>
        </dgm:presLayoutVars>
      </dgm:prSet>
      <dgm:spPr/>
    </dgm:pt>
    <dgm:pt modelId="{6F040030-6CD9-4A1C-9F4C-8DC1C993E8E4}" type="pres">
      <dgm:prSet presAssocID="{851A9423-D752-4CAD-BBF9-19DBC4DCDF8C}" presName="sibTrans" presStyleLbl="sibTrans2D1" presStyleIdx="3" presStyleCnt="8"/>
      <dgm:spPr/>
    </dgm:pt>
    <dgm:pt modelId="{6FE31C31-945B-4433-B641-0090D1F6B220}" type="pres">
      <dgm:prSet presAssocID="{0FC97EE1-C70B-44E2-9DF6-BFAD36188A95}" presName="middleNode" presStyleCnt="0"/>
      <dgm:spPr/>
    </dgm:pt>
    <dgm:pt modelId="{44E3290F-933A-4D3A-9B0E-FFBFED4BA26F}" type="pres">
      <dgm:prSet presAssocID="{0FC97EE1-C70B-44E2-9DF6-BFAD36188A95}" presName="padding" presStyleLbl="node1" presStyleIdx="3" presStyleCnt="9"/>
      <dgm:spPr/>
    </dgm:pt>
    <dgm:pt modelId="{0F1B5839-F147-446C-9523-76D3F8732F93}" type="pres">
      <dgm:prSet presAssocID="{0FC97EE1-C70B-44E2-9DF6-BFAD36188A95}" presName="shape" presStyleLbl="node1" presStyleIdx="4" presStyleCnt="9">
        <dgm:presLayoutVars>
          <dgm:bulletEnabled val="1"/>
        </dgm:presLayoutVars>
      </dgm:prSet>
      <dgm:spPr/>
    </dgm:pt>
    <dgm:pt modelId="{05132971-D428-4E0E-A4C7-451670C18042}" type="pres">
      <dgm:prSet presAssocID="{A87B43E6-E2A1-4DF3-8018-EC68A1E21BD5}" presName="sibTrans" presStyleLbl="sibTrans2D1" presStyleIdx="4" presStyleCnt="8"/>
      <dgm:spPr/>
    </dgm:pt>
    <dgm:pt modelId="{2BB1FB83-682D-4D95-9CC9-0DC40463180A}" type="pres">
      <dgm:prSet presAssocID="{59CFE142-6A86-437C-841D-9C8E04A4ED3E}" presName="middleNode" presStyleCnt="0"/>
      <dgm:spPr/>
    </dgm:pt>
    <dgm:pt modelId="{CD50D9A5-451B-4D21-AC3F-804E75D8BD94}" type="pres">
      <dgm:prSet presAssocID="{59CFE142-6A86-437C-841D-9C8E04A4ED3E}" presName="padding" presStyleLbl="node1" presStyleIdx="4" presStyleCnt="9"/>
      <dgm:spPr/>
    </dgm:pt>
    <dgm:pt modelId="{1C5CCAB9-B6C0-480F-880C-A17BF0873F1F}" type="pres">
      <dgm:prSet presAssocID="{59CFE142-6A86-437C-841D-9C8E04A4ED3E}" presName="shape" presStyleLbl="node1" presStyleIdx="5" presStyleCnt="9">
        <dgm:presLayoutVars>
          <dgm:bulletEnabled val="1"/>
        </dgm:presLayoutVars>
      </dgm:prSet>
      <dgm:spPr/>
    </dgm:pt>
    <dgm:pt modelId="{E65AC678-31DF-40C9-ABA3-7A9F074A01D9}" type="pres">
      <dgm:prSet presAssocID="{33647CBD-FBC1-4FAD-8096-46BB875880C0}" presName="sibTrans" presStyleLbl="sibTrans2D1" presStyleIdx="5" presStyleCnt="8"/>
      <dgm:spPr/>
    </dgm:pt>
    <dgm:pt modelId="{34F59885-ACD5-4763-B9FD-F27AB1BEF015}" type="pres">
      <dgm:prSet presAssocID="{0E312522-B26E-4AC7-AA4A-00CE50D52405}" presName="middleNode" presStyleCnt="0"/>
      <dgm:spPr/>
    </dgm:pt>
    <dgm:pt modelId="{DF02E833-EA47-4A56-961A-48220109AFC4}" type="pres">
      <dgm:prSet presAssocID="{0E312522-B26E-4AC7-AA4A-00CE50D52405}" presName="padding" presStyleLbl="node1" presStyleIdx="5" presStyleCnt="9"/>
      <dgm:spPr/>
    </dgm:pt>
    <dgm:pt modelId="{5ADD7724-954D-4F22-94AF-317753769AE8}" type="pres">
      <dgm:prSet presAssocID="{0E312522-B26E-4AC7-AA4A-00CE50D52405}" presName="shape" presStyleLbl="node1" presStyleIdx="6" presStyleCnt="9">
        <dgm:presLayoutVars>
          <dgm:bulletEnabled val="1"/>
        </dgm:presLayoutVars>
      </dgm:prSet>
      <dgm:spPr/>
    </dgm:pt>
    <dgm:pt modelId="{7345AFC8-C060-4825-BE82-48B7A5BEFC44}" type="pres">
      <dgm:prSet presAssocID="{380A6553-B8F7-4EF6-85AA-D0C29AEA6FD2}" presName="sibTrans" presStyleLbl="sibTrans2D1" presStyleIdx="6" presStyleCnt="8"/>
      <dgm:spPr/>
    </dgm:pt>
    <dgm:pt modelId="{C92C4397-158D-472E-B0A3-0BADC7158896}" type="pres">
      <dgm:prSet presAssocID="{1B3E5DC5-1136-4D2B-8AED-414396BBE3AE}" presName="middleNode" presStyleCnt="0"/>
      <dgm:spPr/>
    </dgm:pt>
    <dgm:pt modelId="{0BD41E83-EC6B-413A-99A2-7149DFDCCD5F}" type="pres">
      <dgm:prSet presAssocID="{1B3E5DC5-1136-4D2B-8AED-414396BBE3AE}" presName="padding" presStyleLbl="node1" presStyleIdx="6" presStyleCnt="9"/>
      <dgm:spPr/>
    </dgm:pt>
    <dgm:pt modelId="{DB26D5B6-6AD5-4E13-BF11-037231CE21FB}" type="pres">
      <dgm:prSet presAssocID="{1B3E5DC5-1136-4D2B-8AED-414396BBE3AE}" presName="shape" presStyleLbl="node1" presStyleIdx="7" presStyleCnt="9">
        <dgm:presLayoutVars>
          <dgm:bulletEnabled val="1"/>
        </dgm:presLayoutVars>
      </dgm:prSet>
      <dgm:spPr/>
    </dgm:pt>
    <dgm:pt modelId="{BCE1F159-2DC8-4C76-8DC5-5C860B763AF9}" type="pres">
      <dgm:prSet presAssocID="{917961A9-71CF-46F3-B8A2-A3F99E852DFF}" presName="sibTrans" presStyleLbl="sibTrans2D1" presStyleIdx="7" presStyleCnt="8"/>
      <dgm:spPr/>
    </dgm:pt>
    <dgm:pt modelId="{27AA398F-7005-4AA4-A6E3-6A6E241663DC}" type="pres">
      <dgm:prSet presAssocID="{85C8E942-65CF-4163-9AE6-EF65346D8D93}" presName="lastNode" presStyleLbl="node1" presStyleIdx="8" presStyleCnt="9">
        <dgm:presLayoutVars>
          <dgm:bulletEnabled val="1"/>
        </dgm:presLayoutVars>
      </dgm:prSet>
      <dgm:spPr/>
    </dgm:pt>
  </dgm:ptLst>
  <dgm:cxnLst>
    <dgm:cxn modelId="{F0EDCB02-6E2B-4B69-9E6C-A6709435F0AA}" type="presOf" srcId="{85C8E942-65CF-4163-9AE6-EF65346D8D93}" destId="{27AA398F-7005-4AA4-A6E3-6A6E241663DC}" srcOrd="0" destOrd="0" presId="urn:microsoft.com/office/officeart/2005/8/layout/bProcess2"/>
    <dgm:cxn modelId="{10911A06-1D16-4270-953E-16A0EC5E627F}" type="presOf" srcId="{33647CBD-FBC1-4FAD-8096-46BB875880C0}" destId="{E65AC678-31DF-40C9-ABA3-7A9F074A01D9}" srcOrd="0" destOrd="0" presId="urn:microsoft.com/office/officeart/2005/8/layout/bProcess2"/>
    <dgm:cxn modelId="{B9E9A90A-5375-49D9-AFE3-303E1BB38552}" type="presOf" srcId="{D43853AB-78F4-458D-BAE2-FDD6F10B9B5E}" destId="{0CD8ECC3-FA06-464E-A849-DFDA7EE8A1B3}" srcOrd="0" destOrd="0" presId="urn:microsoft.com/office/officeart/2005/8/layout/bProcess2"/>
    <dgm:cxn modelId="{2607450E-8A6B-45BA-AF97-B8399E3051AF}" type="presOf" srcId="{0FC97EE1-C70B-44E2-9DF6-BFAD36188A95}" destId="{0F1B5839-F147-446C-9523-76D3F8732F93}" srcOrd="0" destOrd="0" presId="urn:microsoft.com/office/officeart/2005/8/layout/bProcess2"/>
    <dgm:cxn modelId="{1E00D217-9D76-4421-9795-937034767E09}" type="presOf" srcId="{851A9423-D752-4CAD-BBF9-19DBC4DCDF8C}" destId="{6F040030-6CD9-4A1C-9F4C-8DC1C993E8E4}" srcOrd="0" destOrd="0" presId="urn:microsoft.com/office/officeart/2005/8/layout/bProcess2"/>
    <dgm:cxn modelId="{58BB3F1C-B8D7-47E4-A8A2-162AC30BB100}" srcId="{83C4EC0D-7014-456C-B22A-0EB8F42F7543}" destId="{59CFE142-6A86-437C-841D-9C8E04A4ED3E}" srcOrd="5" destOrd="0" parTransId="{67A8DC9A-ECEB-4818-8B33-DD0E8BDFF1B5}" sibTransId="{33647CBD-FBC1-4FAD-8096-46BB875880C0}"/>
    <dgm:cxn modelId="{8986501E-5E5D-4C22-B5D5-257C9FD87C14}" srcId="{83C4EC0D-7014-456C-B22A-0EB8F42F7543}" destId="{0FC97EE1-C70B-44E2-9DF6-BFAD36188A95}" srcOrd="4" destOrd="0" parTransId="{C4BF9E3A-8D87-435D-93D3-5807EA906113}" sibTransId="{A87B43E6-E2A1-4DF3-8018-EC68A1E21BD5}"/>
    <dgm:cxn modelId="{2398DE23-1EC6-4049-A52E-3FE4DEE4CDF0}" srcId="{83C4EC0D-7014-456C-B22A-0EB8F42F7543}" destId="{85C8E942-65CF-4163-9AE6-EF65346D8D93}" srcOrd="8" destOrd="0" parTransId="{A7E19269-45CF-45FA-8B7A-64131D579C2E}" sibTransId="{FDCEEB38-1D47-4E00-A451-F0020E390639}"/>
    <dgm:cxn modelId="{B3C63C2A-44A8-4041-81D7-57C49A336F5E}" srcId="{83C4EC0D-7014-456C-B22A-0EB8F42F7543}" destId="{C2BFEBB6-AB78-400E-89F8-452B19447F9F}" srcOrd="0" destOrd="0" parTransId="{332B8DAE-5F98-4FF7-A96E-27732AF170EB}" sibTransId="{E721506C-AE54-4EC2-8F91-E12C7CBFD668}"/>
    <dgm:cxn modelId="{60344239-847E-4688-894C-91981B569F41}" srcId="{83C4EC0D-7014-456C-B22A-0EB8F42F7543}" destId="{1B3E5DC5-1136-4D2B-8AED-414396BBE3AE}" srcOrd="7" destOrd="0" parTransId="{C37B3813-E9A0-4853-97D3-6F4A3146357A}" sibTransId="{917961A9-71CF-46F3-B8A2-A3F99E852DFF}"/>
    <dgm:cxn modelId="{E6A6E55B-91D4-4996-B3FA-89AF9D04000D}" type="presOf" srcId="{C2BFEBB6-AB78-400E-89F8-452B19447F9F}" destId="{9C7D179D-F09A-4A16-8541-EFFEAB261FA3}" srcOrd="0" destOrd="0" presId="urn:microsoft.com/office/officeart/2005/8/layout/bProcess2"/>
    <dgm:cxn modelId="{B7EF6346-E61C-43E4-A452-B5BE02F668BC}" type="presOf" srcId="{1B3E5DC5-1136-4D2B-8AED-414396BBE3AE}" destId="{DB26D5B6-6AD5-4E13-BF11-037231CE21FB}" srcOrd="0" destOrd="0" presId="urn:microsoft.com/office/officeart/2005/8/layout/bProcess2"/>
    <dgm:cxn modelId="{EE209371-8AFD-43D5-B84D-7209E0C20BCD}" type="presOf" srcId="{B0EE117C-B7B5-49A4-A4BB-5AC9E22F473E}" destId="{ED103FBF-C946-4277-BE5E-8BCF997FE379}" srcOrd="0" destOrd="0" presId="urn:microsoft.com/office/officeart/2005/8/layout/bProcess2"/>
    <dgm:cxn modelId="{51FA3358-22E2-4DC3-BE31-A3B177C253FA}" srcId="{83C4EC0D-7014-456C-B22A-0EB8F42F7543}" destId="{0F23AFDB-8DAA-43C9-80B9-97DF7B9B5585}" srcOrd="1" destOrd="0" parTransId="{717BDC16-56A2-4948-8A25-A0287CF6E330}" sibTransId="{5DBE363A-4CDE-4B2A-8508-5D8DBA0B6D98}"/>
    <dgm:cxn modelId="{8108327B-9E0B-4E62-ABCF-687589A658A5}" srcId="{83C4EC0D-7014-456C-B22A-0EB8F42F7543}" destId="{B0EE117C-B7B5-49A4-A4BB-5AC9E22F473E}" srcOrd="3" destOrd="0" parTransId="{10DE10F5-28F9-46E1-A589-AD42A273F3AB}" sibTransId="{851A9423-D752-4CAD-BBF9-19DBC4DCDF8C}"/>
    <dgm:cxn modelId="{BB3CE67C-B1D9-4C5B-952C-F8A1895EA3E3}" type="presOf" srcId="{0E312522-B26E-4AC7-AA4A-00CE50D52405}" destId="{5ADD7724-954D-4F22-94AF-317753769AE8}" srcOrd="0" destOrd="0" presId="urn:microsoft.com/office/officeart/2005/8/layout/bProcess2"/>
    <dgm:cxn modelId="{AF109E91-EE52-4565-B317-3609DE06757B}" type="presOf" srcId="{380A6553-B8F7-4EF6-85AA-D0C29AEA6FD2}" destId="{7345AFC8-C060-4825-BE82-48B7A5BEFC44}" srcOrd="0" destOrd="0" presId="urn:microsoft.com/office/officeart/2005/8/layout/bProcess2"/>
    <dgm:cxn modelId="{8848C395-8C04-45AD-981F-96BD224CA430}" type="presOf" srcId="{83C4EC0D-7014-456C-B22A-0EB8F42F7543}" destId="{5E5394F3-5840-48C6-BB13-F2FEA1C6B66C}" srcOrd="0" destOrd="0" presId="urn:microsoft.com/office/officeart/2005/8/layout/bProcess2"/>
    <dgm:cxn modelId="{96D9F999-4AC0-4176-96D6-341A0235142B}" type="presOf" srcId="{59CFE142-6A86-437C-841D-9C8E04A4ED3E}" destId="{1C5CCAB9-B6C0-480F-880C-A17BF0873F1F}" srcOrd="0" destOrd="0" presId="urn:microsoft.com/office/officeart/2005/8/layout/bProcess2"/>
    <dgm:cxn modelId="{6D4326A6-FE9C-4777-9662-B5BB18A8ED2A}" type="presOf" srcId="{5DBE363A-4CDE-4B2A-8508-5D8DBA0B6D98}" destId="{E3E4404C-6963-40AF-B355-97166AF0340F}" srcOrd="0" destOrd="0" presId="urn:microsoft.com/office/officeart/2005/8/layout/bProcess2"/>
    <dgm:cxn modelId="{06A331BA-A7FA-4026-ADE5-2BD6DE226D24}" srcId="{83C4EC0D-7014-456C-B22A-0EB8F42F7543}" destId="{9D197117-4399-464C-A27C-8989AD7C64CD}" srcOrd="2" destOrd="0" parTransId="{FDBCB81E-86E4-4024-9E75-F47230793DA4}" sibTransId="{D43853AB-78F4-458D-BAE2-FDD6F10B9B5E}"/>
    <dgm:cxn modelId="{D7E21FBD-AE4E-4F97-B87C-E7C93924583D}" type="presOf" srcId="{A87B43E6-E2A1-4DF3-8018-EC68A1E21BD5}" destId="{05132971-D428-4E0E-A4C7-451670C18042}" srcOrd="0" destOrd="0" presId="urn:microsoft.com/office/officeart/2005/8/layout/bProcess2"/>
    <dgm:cxn modelId="{47ED2BC9-E67F-406F-BCB7-65FA181E8358}" type="presOf" srcId="{9D197117-4399-464C-A27C-8989AD7C64CD}" destId="{121F930B-58E2-400E-AE47-F72AE6BB26A6}" srcOrd="0" destOrd="0" presId="urn:microsoft.com/office/officeart/2005/8/layout/bProcess2"/>
    <dgm:cxn modelId="{71E061CB-0CE0-45B8-AD4B-1D4E082A7084}" type="presOf" srcId="{0F23AFDB-8DAA-43C9-80B9-97DF7B9B5585}" destId="{F3734988-718D-43AB-97E3-0B3B3368BB29}" srcOrd="0" destOrd="0" presId="urn:microsoft.com/office/officeart/2005/8/layout/bProcess2"/>
    <dgm:cxn modelId="{1C3C9FDA-ACC9-4C15-815D-78E9667D32AE}" type="presOf" srcId="{E721506C-AE54-4EC2-8F91-E12C7CBFD668}" destId="{C91DABC7-4E4A-4974-9CA9-C28B8DFD0848}" srcOrd="0" destOrd="0" presId="urn:microsoft.com/office/officeart/2005/8/layout/bProcess2"/>
    <dgm:cxn modelId="{C46459EB-26EB-464E-878A-AD273F1030CD}" type="presOf" srcId="{917961A9-71CF-46F3-B8A2-A3F99E852DFF}" destId="{BCE1F159-2DC8-4C76-8DC5-5C860B763AF9}" srcOrd="0" destOrd="0" presId="urn:microsoft.com/office/officeart/2005/8/layout/bProcess2"/>
    <dgm:cxn modelId="{FA3F6DF5-1AC5-4BD6-909E-D83FE1BEAAD7}" srcId="{83C4EC0D-7014-456C-B22A-0EB8F42F7543}" destId="{0E312522-B26E-4AC7-AA4A-00CE50D52405}" srcOrd="6" destOrd="0" parTransId="{52994A77-7977-44FB-8D9C-7B161E206012}" sibTransId="{380A6553-B8F7-4EF6-85AA-D0C29AEA6FD2}"/>
    <dgm:cxn modelId="{8DACF197-DEBE-4D52-8A20-5991BD1DC07B}" type="presParOf" srcId="{5E5394F3-5840-48C6-BB13-F2FEA1C6B66C}" destId="{9C7D179D-F09A-4A16-8541-EFFEAB261FA3}" srcOrd="0" destOrd="0" presId="urn:microsoft.com/office/officeart/2005/8/layout/bProcess2"/>
    <dgm:cxn modelId="{6E700E1C-88C6-4135-B32B-0694A00F815A}" type="presParOf" srcId="{5E5394F3-5840-48C6-BB13-F2FEA1C6B66C}" destId="{C91DABC7-4E4A-4974-9CA9-C28B8DFD0848}" srcOrd="1" destOrd="0" presId="urn:microsoft.com/office/officeart/2005/8/layout/bProcess2"/>
    <dgm:cxn modelId="{7C949D18-8890-4220-BC98-3CCCA26A9C79}" type="presParOf" srcId="{5E5394F3-5840-48C6-BB13-F2FEA1C6B66C}" destId="{7103B83D-5F2D-4DF2-B9FC-BDBC42BC6D6E}" srcOrd="2" destOrd="0" presId="urn:microsoft.com/office/officeart/2005/8/layout/bProcess2"/>
    <dgm:cxn modelId="{A6543F5C-7E38-4059-A675-B624DE235174}" type="presParOf" srcId="{7103B83D-5F2D-4DF2-B9FC-BDBC42BC6D6E}" destId="{3D795717-9240-45CA-B6D1-E7AC88FEEA07}" srcOrd="0" destOrd="0" presId="urn:microsoft.com/office/officeart/2005/8/layout/bProcess2"/>
    <dgm:cxn modelId="{3C423A3D-69D1-40AA-8575-3C7E534280A1}" type="presParOf" srcId="{7103B83D-5F2D-4DF2-B9FC-BDBC42BC6D6E}" destId="{F3734988-718D-43AB-97E3-0B3B3368BB29}" srcOrd="1" destOrd="0" presId="urn:microsoft.com/office/officeart/2005/8/layout/bProcess2"/>
    <dgm:cxn modelId="{3759B672-5318-4969-9149-BDD54F19BB40}" type="presParOf" srcId="{5E5394F3-5840-48C6-BB13-F2FEA1C6B66C}" destId="{E3E4404C-6963-40AF-B355-97166AF0340F}" srcOrd="3" destOrd="0" presId="urn:microsoft.com/office/officeart/2005/8/layout/bProcess2"/>
    <dgm:cxn modelId="{4574F6CC-5442-46F1-A583-2B5FAE174F1C}" type="presParOf" srcId="{5E5394F3-5840-48C6-BB13-F2FEA1C6B66C}" destId="{470711FC-717B-414D-A44E-9BAECA64C548}" srcOrd="4" destOrd="0" presId="urn:microsoft.com/office/officeart/2005/8/layout/bProcess2"/>
    <dgm:cxn modelId="{908DAB66-1F7C-4DCD-A67E-1DA92FE7326F}" type="presParOf" srcId="{470711FC-717B-414D-A44E-9BAECA64C548}" destId="{D39747D4-6997-4D08-9A2E-294D403E83C1}" srcOrd="0" destOrd="0" presId="urn:microsoft.com/office/officeart/2005/8/layout/bProcess2"/>
    <dgm:cxn modelId="{0026FA33-F433-4CA3-A95E-7CE59393DDE6}" type="presParOf" srcId="{470711FC-717B-414D-A44E-9BAECA64C548}" destId="{121F930B-58E2-400E-AE47-F72AE6BB26A6}" srcOrd="1" destOrd="0" presId="urn:microsoft.com/office/officeart/2005/8/layout/bProcess2"/>
    <dgm:cxn modelId="{F83B165A-7FE1-449C-98FE-BF1C5620BEAD}" type="presParOf" srcId="{5E5394F3-5840-48C6-BB13-F2FEA1C6B66C}" destId="{0CD8ECC3-FA06-464E-A849-DFDA7EE8A1B3}" srcOrd="5" destOrd="0" presId="urn:microsoft.com/office/officeart/2005/8/layout/bProcess2"/>
    <dgm:cxn modelId="{083910DA-DCDB-481B-A365-22E30083C350}" type="presParOf" srcId="{5E5394F3-5840-48C6-BB13-F2FEA1C6B66C}" destId="{6A832805-783E-409F-AD79-F99E7F540ED0}" srcOrd="6" destOrd="0" presId="urn:microsoft.com/office/officeart/2005/8/layout/bProcess2"/>
    <dgm:cxn modelId="{0223105E-5688-44B8-A9B1-29B2E84B0873}" type="presParOf" srcId="{6A832805-783E-409F-AD79-F99E7F540ED0}" destId="{7C9C272A-30DB-4C67-A258-61103447FF9B}" srcOrd="0" destOrd="0" presId="urn:microsoft.com/office/officeart/2005/8/layout/bProcess2"/>
    <dgm:cxn modelId="{B69CDA46-950F-4C90-9877-0E57FD3B4450}" type="presParOf" srcId="{6A832805-783E-409F-AD79-F99E7F540ED0}" destId="{ED103FBF-C946-4277-BE5E-8BCF997FE379}" srcOrd="1" destOrd="0" presId="urn:microsoft.com/office/officeart/2005/8/layout/bProcess2"/>
    <dgm:cxn modelId="{D7C68F80-139A-4604-9308-0510661D1FF0}" type="presParOf" srcId="{5E5394F3-5840-48C6-BB13-F2FEA1C6B66C}" destId="{6F040030-6CD9-4A1C-9F4C-8DC1C993E8E4}" srcOrd="7" destOrd="0" presId="urn:microsoft.com/office/officeart/2005/8/layout/bProcess2"/>
    <dgm:cxn modelId="{44417872-4B2C-4347-8C04-9FE88A5AC455}" type="presParOf" srcId="{5E5394F3-5840-48C6-BB13-F2FEA1C6B66C}" destId="{6FE31C31-945B-4433-B641-0090D1F6B220}" srcOrd="8" destOrd="0" presId="urn:microsoft.com/office/officeart/2005/8/layout/bProcess2"/>
    <dgm:cxn modelId="{675077B9-CCDF-4643-9AD7-FDAA74F9829F}" type="presParOf" srcId="{6FE31C31-945B-4433-B641-0090D1F6B220}" destId="{44E3290F-933A-4D3A-9B0E-FFBFED4BA26F}" srcOrd="0" destOrd="0" presId="urn:microsoft.com/office/officeart/2005/8/layout/bProcess2"/>
    <dgm:cxn modelId="{4B3CA92F-BCB0-4062-8801-1A73877A0048}" type="presParOf" srcId="{6FE31C31-945B-4433-B641-0090D1F6B220}" destId="{0F1B5839-F147-446C-9523-76D3F8732F93}" srcOrd="1" destOrd="0" presId="urn:microsoft.com/office/officeart/2005/8/layout/bProcess2"/>
    <dgm:cxn modelId="{EA08578D-3444-4544-9FD9-05EFCE32FB65}" type="presParOf" srcId="{5E5394F3-5840-48C6-BB13-F2FEA1C6B66C}" destId="{05132971-D428-4E0E-A4C7-451670C18042}" srcOrd="9" destOrd="0" presId="urn:microsoft.com/office/officeart/2005/8/layout/bProcess2"/>
    <dgm:cxn modelId="{AA75DFB8-429D-4C4C-A00A-6F4ED82CDA25}" type="presParOf" srcId="{5E5394F3-5840-48C6-BB13-F2FEA1C6B66C}" destId="{2BB1FB83-682D-4D95-9CC9-0DC40463180A}" srcOrd="10" destOrd="0" presId="urn:microsoft.com/office/officeart/2005/8/layout/bProcess2"/>
    <dgm:cxn modelId="{98B305ED-E294-4468-ABF8-99065A9FBE7E}" type="presParOf" srcId="{2BB1FB83-682D-4D95-9CC9-0DC40463180A}" destId="{CD50D9A5-451B-4D21-AC3F-804E75D8BD94}" srcOrd="0" destOrd="0" presId="urn:microsoft.com/office/officeart/2005/8/layout/bProcess2"/>
    <dgm:cxn modelId="{E23C592C-8861-4506-A2B9-F66DE8758CAB}" type="presParOf" srcId="{2BB1FB83-682D-4D95-9CC9-0DC40463180A}" destId="{1C5CCAB9-B6C0-480F-880C-A17BF0873F1F}" srcOrd="1" destOrd="0" presId="urn:microsoft.com/office/officeart/2005/8/layout/bProcess2"/>
    <dgm:cxn modelId="{DFDC7788-DB81-4EA8-BD27-5089B3ECD32D}" type="presParOf" srcId="{5E5394F3-5840-48C6-BB13-F2FEA1C6B66C}" destId="{E65AC678-31DF-40C9-ABA3-7A9F074A01D9}" srcOrd="11" destOrd="0" presId="urn:microsoft.com/office/officeart/2005/8/layout/bProcess2"/>
    <dgm:cxn modelId="{7116AD06-0A6E-4337-81A3-F3EA4B1550AD}" type="presParOf" srcId="{5E5394F3-5840-48C6-BB13-F2FEA1C6B66C}" destId="{34F59885-ACD5-4763-B9FD-F27AB1BEF015}" srcOrd="12" destOrd="0" presId="urn:microsoft.com/office/officeart/2005/8/layout/bProcess2"/>
    <dgm:cxn modelId="{E4B0AA91-FD7E-417A-BD62-515160B3850C}" type="presParOf" srcId="{34F59885-ACD5-4763-B9FD-F27AB1BEF015}" destId="{DF02E833-EA47-4A56-961A-48220109AFC4}" srcOrd="0" destOrd="0" presId="urn:microsoft.com/office/officeart/2005/8/layout/bProcess2"/>
    <dgm:cxn modelId="{035B3855-EEC0-498D-95BC-E1B31EACA303}" type="presParOf" srcId="{34F59885-ACD5-4763-B9FD-F27AB1BEF015}" destId="{5ADD7724-954D-4F22-94AF-317753769AE8}" srcOrd="1" destOrd="0" presId="urn:microsoft.com/office/officeart/2005/8/layout/bProcess2"/>
    <dgm:cxn modelId="{6C3BAC3C-F4CB-4B72-8682-B2D59D00464B}" type="presParOf" srcId="{5E5394F3-5840-48C6-BB13-F2FEA1C6B66C}" destId="{7345AFC8-C060-4825-BE82-48B7A5BEFC44}" srcOrd="13" destOrd="0" presId="urn:microsoft.com/office/officeart/2005/8/layout/bProcess2"/>
    <dgm:cxn modelId="{220CA4C2-66D2-4BA3-92CA-89471708E54D}" type="presParOf" srcId="{5E5394F3-5840-48C6-BB13-F2FEA1C6B66C}" destId="{C92C4397-158D-472E-B0A3-0BADC7158896}" srcOrd="14" destOrd="0" presId="urn:microsoft.com/office/officeart/2005/8/layout/bProcess2"/>
    <dgm:cxn modelId="{3D1E0210-57FA-4951-B9C5-C33381966F88}" type="presParOf" srcId="{C92C4397-158D-472E-B0A3-0BADC7158896}" destId="{0BD41E83-EC6B-413A-99A2-7149DFDCCD5F}" srcOrd="0" destOrd="0" presId="urn:microsoft.com/office/officeart/2005/8/layout/bProcess2"/>
    <dgm:cxn modelId="{5E52A6CD-57B6-44D5-848C-89855266DB32}" type="presParOf" srcId="{C92C4397-158D-472E-B0A3-0BADC7158896}" destId="{DB26D5B6-6AD5-4E13-BF11-037231CE21FB}" srcOrd="1" destOrd="0" presId="urn:microsoft.com/office/officeart/2005/8/layout/bProcess2"/>
    <dgm:cxn modelId="{282D7A71-0ED3-4690-AB0B-54D4A22D7B0B}" type="presParOf" srcId="{5E5394F3-5840-48C6-BB13-F2FEA1C6B66C}" destId="{BCE1F159-2DC8-4C76-8DC5-5C860B763AF9}" srcOrd="15" destOrd="0" presId="urn:microsoft.com/office/officeart/2005/8/layout/bProcess2"/>
    <dgm:cxn modelId="{F8900EEE-33CD-4322-A8B6-ED13E8FB1EE4}" type="presParOf" srcId="{5E5394F3-5840-48C6-BB13-F2FEA1C6B66C}" destId="{27AA398F-7005-4AA4-A6E3-6A6E241663DC}" srcOrd="16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7D179D-F09A-4A16-8541-EFFEAB261FA3}">
      <dsp:nvSpPr>
        <dsp:cNvPr id="0" name=""/>
        <dsp:cNvSpPr/>
      </dsp:nvSpPr>
      <dsp:spPr>
        <a:xfrm>
          <a:off x="1436264" y="3747"/>
          <a:ext cx="1791654" cy="179165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1 </a:t>
          </a:r>
          <a:r>
            <a:rPr lang="ru-RU" sz="2200" kern="1200" dirty="0" err="1"/>
            <a:t>тапсырма</a:t>
          </a:r>
          <a:r>
            <a:rPr lang="ru-RU" sz="2200" kern="1200" dirty="0"/>
            <a:t> </a:t>
          </a:r>
        </a:p>
      </dsp:txBody>
      <dsp:txXfrm>
        <a:off x="1698646" y="266129"/>
        <a:ext cx="1266890" cy="1266890"/>
      </dsp:txXfrm>
    </dsp:sp>
    <dsp:sp modelId="{C91DABC7-4E4A-4974-9CA9-C28B8DFD0848}">
      <dsp:nvSpPr>
        <dsp:cNvPr id="0" name=""/>
        <dsp:cNvSpPr/>
      </dsp:nvSpPr>
      <dsp:spPr>
        <a:xfrm rot="10800000">
          <a:off x="2018552" y="2026749"/>
          <a:ext cx="627079" cy="490456"/>
        </a:xfrm>
        <a:prstGeom prst="triangl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734988-718D-43AB-97E3-0B3B3368BB29}">
      <dsp:nvSpPr>
        <dsp:cNvPr id="0" name=""/>
        <dsp:cNvSpPr/>
      </dsp:nvSpPr>
      <dsp:spPr>
        <a:xfrm>
          <a:off x="1734575" y="2720792"/>
          <a:ext cx="1195033" cy="119503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2 </a:t>
          </a:r>
          <a:r>
            <a:rPr lang="ru-RU" sz="1500" kern="1200" dirty="0" err="1"/>
            <a:t>тапсырма</a:t>
          </a:r>
          <a:r>
            <a:rPr lang="ru-RU" sz="1500" kern="1200" dirty="0"/>
            <a:t> </a:t>
          </a:r>
        </a:p>
      </dsp:txBody>
      <dsp:txXfrm>
        <a:off x="1909584" y="2895801"/>
        <a:ext cx="845015" cy="845015"/>
      </dsp:txXfrm>
    </dsp:sp>
    <dsp:sp modelId="{E3E4404C-6963-40AF-B355-97166AF0340F}">
      <dsp:nvSpPr>
        <dsp:cNvPr id="0" name=""/>
        <dsp:cNvSpPr/>
      </dsp:nvSpPr>
      <dsp:spPr>
        <a:xfrm rot="10800000">
          <a:off x="2018552" y="4296328"/>
          <a:ext cx="627079" cy="490456"/>
        </a:xfrm>
        <a:prstGeom prst="triangl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1F930B-58E2-400E-AE47-F72AE6BB26A6}">
      <dsp:nvSpPr>
        <dsp:cNvPr id="0" name=""/>
        <dsp:cNvSpPr/>
      </dsp:nvSpPr>
      <dsp:spPr>
        <a:xfrm>
          <a:off x="1734575" y="5139526"/>
          <a:ext cx="1195033" cy="119503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3 </a:t>
          </a:r>
          <a:r>
            <a:rPr lang="ru-RU" sz="1500" kern="1200" dirty="0" err="1"/>
            <a:t>тапсырма</a:t>
          </a:r>
          <a:r>
            <a:rPr lang="ru-RU" sz="1500" kern="1200" dirty="0"/>
            <a:t> </a:t>
          </a:r>
        </a:p>
      </dsp:txBody>
      <dsp:txXfrm>
        <a:off x="1909584" y="5314535"/>
        <a:ext cx="845015" cy="845015"/>
      </dsp:txXfrm>
    </dsp:sp>
    <dsp:sp modelId="{0CD8ECC3-FA06-464E-A849-DFDA7EE8A1B3}">
      <dsp:nvSpPr>
        <dsp:cNvPr id="0" name=""/>
        <dsp:cNvSpPr/>
      </dsp:nvSpPr>
      <dsp:spPr>
        <a:xfrm rot="5400000">
          <a:off x="3376174" y="5491814"/>
          <a:ext cx="627079" cy="490456"/>
        </a:xfrm>
        <a:prstGeom prst="triangl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103FBF-C946-4277-BE5E-8BCF997FE379}">
      <dsp:nvSpPr>
        <dsp:cNvPr id="0" name=""/>
        <dsp:cNvSpPr/>
      </dsp:nvSpPr>
      <dsp:spPr>
        <a:xfrm>
          <a:off x="4422057" y="5139526"/>
          <a:ext cx="1195033" cy="119503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4 </a:t>
          </a:r>
          <a:r>
            <a:rPr lang="ru-RU" sz="1500" kern="1200" dirty="0" err="1"/>
            <a:t>тапсырма</a:t>
          </a:r>
          <a:r>
            <a:rPr lang="ru-RU" sz="1500" kern="1200" dirty="0"/>
            <a:t> </a:t>
          </a:r>
        </a:p>
      </dsp:txBody>
      <dsp:txXfrm>
        <a:off x="4597066" y="5314535"/>
        <a:ext cx="845015" cy="845015"/>
      </dsp:txXfrm>
    </dsp:sp>
    <dsp:sp modelId="{6F040030-6CD9-4A1C-9F4C-8DC1C993E8E4}">
      <dsp:nvSpPr>
        <dsp:cNvPr id="0" name=""/>
        <dsp:cNvSpPr/>
      </dsp:nvSpPr>
      <dsp:spPr>
        <a:xfrm>
          <a:off x="4706034" y="4268566"/>
          <a:ext cx="627079" cy="490456"/>
        </a:xfrm>
        <a:prstGeom prst="triangl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1B5839-F147-446C-9523-76D3F8732F93}">
      <dsp:nvSpPr>
        <dsp:cNvPr id="0" name=""/>
        <dsp:cNvSpPr/>
      </dsp:nvSpPr>
      <dsp:spPr>
        <a:xfrm>
          <a:off x="4422057" y="2720792"/>
          <a:ext cx="1195033" cy="119503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5 </a:t>
          </a:r>
          <a:r>
            <a:rPr lang="ru-RU" sz="1500" kern="1200" dirty="0" err="1"/>
            <a:t>тапсырма</a:t>
          </a:r>
          <a:r>
            <a:rPr lang="ru-RU" sz="1500" kern="1200" dirty="0"/>
            <a:t> </a:t>
          </a:r>
        </a:p>
      </dsp:txBody>
      <dsp:txXfrm>
        <a:off x="4597066" y="2895801"/>
        <a:ext cx="845015" cy="845015"/>
      </dsp:txXfrm>
    </dsp:sp>
    <dsp:sp modelId="{05132971-D428-4E0E-A4C7-451670C18042}">
      <dsp:nvSpPr>
        <dsp:cNvPr id="0" name=""/>
        <dsp:cNvSpPr/>
      </dsp:nvSpPr>
      <dsp:spPr>
        <a:xfrm>
          <a:off x="4706034" y="1849832"/>
          <a:ext cx="627079" cy="490456"/>
        </a:xfrm>
        <a:prstGeom prst="triangl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5CCAB9-B6C0-480F-880C-A17BF0873F1F}">
      <dsp:nvSpPr>
        <dsp:cNvPr id="0" name=""/>
        <dsp:cNvSpPr/>
      </dsp:nvSpPr>
      <dsp:spPr>
        <a:xfrm>
          <a:off x="4422057" y="302058"/>
          <a:ext cx="1195033" cy="11950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6 </a:t>
          </a:r>
          <a:r>
            <a:rPr lang="ru-RU" sz="1500" kern="1200" dirty="0" err="1"/>
            <a:t>тапсырма</a:t>
          </a:r>
          <a:r>
            <a:rPr lang="ru-RU" sz="1500" kern="1200" dirty="0"/>
            <a:t> </a:t>
          </a:r>
        </a:p>
      </dsp:txBody>
      <dsp:txXfrm>
        <a:off x="4597066" y="477067"/>
        <a:ext cx="845015" cy="845015"/>
      </dsp:txXfrm>
    </dsp:sp>
    <dsp:sp modelId="{E65AC678-31DF-40C9-ABA3-7A9F074A01D9}">
      <dsp:nvSpPr>
        <dsp:cNvPr id="0" name=""/>
        <dsp:cNvSpPr/>
      </dsp:nvSpPr>
      <dsp:spPr>
        <a:xfrm rot="5400000">
          <a:off x="6063656" y="654346"/>
          <a:ext cx="627079" cy="490456"/>
        </a:xfrm>
        <a:prstGeom prst="triangl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DD7724-954D-4F22-94AF-317753769AE8}">
      <dsp:nvSpPr>
        <dsp:cNvPr id="0" name=""/>
        <dsp:cNvSpPr/>
      </dsp:nvSpPr>
      <dsp:spPr>
        <a:xfrm>
          <a:off x="7109539" y="302058"/>
          <a:ext cx="1195033" cy="119503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7 </a:t>
          </a:r>
          <a:r>
            <a:rPr lang="ru-RU" sz="1500" kern="1200" dirty="0" err="1"/>
            <a:t>тапсырма</a:t>
          </a:r>
          <a:r>
            <a:rPr lang="ru-RU" sz="1500" kern="1200" dirty="0"/>
            <a:t> </a:t>
          </a:r>
        </a:p>
      </dsp:txBody>
      <dsp:txXfrm>
        <a:off x="7284548" y="477067"/>
        <a:ext cx="845015" cy="845015"/>
      </dsp:txXfrm>
    </dsp:sp>
    <dsp:sp modelId="{7345AFC8-C060-4825-BE82-48B7A5BEFC44}">
      <dsp:nvSpPr>
        <dsp:cNvPr id="0" name=""/>
        <dsp:cNvSpPr/>
      </dsp:nvSpPr>
      <dsp:spPr>
        <a:xfrm rot="10800000">
          <a:off x="7393517" y="1877594"/>
          <a:ext cx="627079" cy="490456"/>
        </a:xfrm>
        <a:prstGeom prst="triangl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26D5B6-6AD5-4E13-BF11-037231CE21FB}">
      <dsp:nvSpPr>
        <dsp:cNvPr id="0" name=""/>
        <dsp:cNvSpPr/>
      </dsp:nvSpPr>
      <dsp:spPr>
        <a:xfrm>
          <a:off x="7109539" y="2720792"/>
          <a:ext cx="1195033" cy="119503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8 </a:t>
          </a:r>
          <a:r>
            <a:rPr lang="ru-RU" sz="1500" kern="1200" dirty="0" err="1"/>
            <a:t>тапсырма</a:t>
          </a:r>
          <a:r>
            <a:rPr lang="ru-RU" sz="1500" kern="1200" dirty="0"/>
            <a:t> </a:t>
          </a:r>
        </a:p>
      </dsp:txBody>
      <dsp:txXfrm>
        <a:off x="7284548" y="2895801"/>
        <a:ext cx="845015" cy="845015"/>
      </dsp:txXfrm>
    </dsp:sp>
    <dsp:sp modelId="{BCE1F159-2DC8-4C76-8DC5-5C860B763AF9}">
      <dsp:nvSpPr>
        <dsp:cNvPr id="0" name=""/>
        <dsp:cNvSpPr/>
      </dsp:nvSpPr>
      <dsp:spPr>
        <a:xfrm rot="10800000">
          <a:off x="7393517" y="4147173"/>
          <a:ext cx="627079" cy="490456"/>
        </a:xfrm>
        <a:prstGeom prst="triangl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AA398F-7005-4AA4-A6E3-6A6E241663DC}">
      <dsp:nvSpPr>
        <dsp:cNvPr id="0" name=""/>
        <dsp:cNvSpPr/>
      </dsp:nvSpPr>
      <dsp:spPr>
        <a:xfrm>
          <a:off x="6811229" y="4841215"/>
          <a:ext cx="1791654" cy="179165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9 </a:t>
          </a:r>
          <a:r>
            <a:rPr lang="ru-RU" sz="2200" kern="1200" dirty="0" err="1"/>
            <a:t>тапсырма</a:t>
          </a:r>
          <a:r>
            <a:rPr lang="ru-RU" sz="2200" kern="1200" dirty="0"/>
            <a:t> </a:t>
          </a:r>
        </a:p>
      </dsp:txBody>
      <dsp:txXfrm>
        <a:off x="7073611" y="5103597"/>
        <a:ext cx="1266890" cy="12668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4390BE3-472F-4B24-9E72-C60268F1881A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E7815F9B-246F-4C02-8E8E-3F0806285E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9568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0BE3-472F-4B24-9E72-C60268F1881A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5F9B-246F-4C02-8E8E-3F0806285E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218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0BE3-472F-4B24-9E72-C60268F1881A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5F9B-246F-4C02-8E8E-3F0806285E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4893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0BE3-472F-4B24-9E72-C60268F1881A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5F9B-246F-4C02-8E8E-3F0806285E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536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0BE3-472F-4B24-9E72-C60268F1881A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5F9B-246F-4C02-8E8E-3F0806285E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2584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0BE3-472F-4B24-9E72-C60268F1881A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5F9B-246F-4C02-8E8E-3F0806285E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6972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0BE3-472F-4B24-9E72-C60268F1881A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5F9B-246F-4C02-8E8E-3F0806285E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876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0BE3-472F-4B24-9E72-C60268F1881A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5F9B-246F-4C02-8E8E-3F0806285E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3384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0BE3-472F-4B24-9E72-C60268F1881A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5F9B-246F-4C02-8E8E-3F0806285E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594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0BE3-472F-4B24-9E72-C60268F1881A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5F9B-246F-4C02-8E8E-3F0806285E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114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0BE3-472F-4B24-9E72-C60268F1881A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5F9B-246F-4C02-8E8E-3F0806285E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5278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0BE3-472F-4B24-9E72-C60268F1881A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5F9B-246F-4C02-8E8E-3F0806285E5A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1700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0BE3-472F-4B24-9E72-C60268F1881A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5F9B-246F-4C02-8E8E-3F0806285E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8750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0BE3-472F-4B24-9E72-C60268F1881A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5F9B-246F-4C02-8E8E-3F0806285E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82325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0BE3-472F-4B24-9E72-C60268F1881A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5F9B-246F-4C02-8E8E-3F0806285E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3816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0BE3-472F-4B24-9E72-C60268F1881A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5F9B-246F-4C02-8E8E-3F0806285E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2672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0BE3-472F-4B24-9E72-C60268F1881A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5F9B-246F-4C02-8E8E-3F0806285E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559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390BE3-472F-4B24-9E72-C60268F1881A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15F9B-246F-4C02-8E8E-3F0806285E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00522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2936D82C-2F45-4346-9598-D9F1BEF0EF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6764643"/>
              </p:ext>
            </p:extLst>
          </p:nvPr>
        </p:nvGraphicFramePr>
        <p:xfrm>
          <a:off x="1971574" y="221382"/>
          <a:ext cx="10039149" cy="66366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6846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7BD665A-AE66-4883-8915-EA225DFE50C1}"/>
              </a:ext>
            </a:extLst>
          </p:cNvPr>
          <p:cNvSpPr/>
          <p:nvPr/>
        </p:nvSpPr>
        <p:spPr>
          <a:xfrm>
            <a:off x="2465671" y="2439263"/>
            <a:ext cx="7741920" cy="13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kk-KZ" sz="40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🔧</a:t>
            </a:r>
            <a:r>
              <a:rPr lang="kk-KZ" sz="4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Ауданы </a:t>
            </a:r>
            <a:r>
              <a:rPr lang="kk-KZ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0,5 м²</a:t>
            </a:r>
            <a:r>
              <a:rPr lang="kk-KZ" sz="4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жерге </a:t>
            </a:r>
            <a:r>
              <a:rPr lang="kk-KZ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200 Н</a:t>
            </a:r>
            <a:r>
              <a:rPr lang="kk-KZ" sz="4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күш әсер етеді. Қысымды анықта.</a:t>
            </a:r>
            <a:endParaRPr lang="ru-RU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: скругленные углы 7">
            <a:hlinkClick r:id="rId2" action="ppaction://hlinksldjump"/>
            <a:extLst>
              <a:ext uri="{FF2B5EF4-FFF2-40B4-BE49-F238E27FC236}">
                <a16:creationId xmlns:a16="http://schemas.microsoft.com/office/drawing/2014/main" id="{1FB6F0CC-D899-4B7B-AA82-8B0880FBE1C8}"/>
              </a:ext>
            </a:extLst>
          </p:cNvPr>
          <p:cNvSpPr/>
          <p:nvPr/>
        </p:nvSpPr>
        <p:spPr>
          <a:xfrm>
            <a:off x="7988970" y="5804034"/>
            <a:ext cx="3099335" cy="6352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4800" dirty="0"/>
              <a:t>   ЖАУАП</a:t>
            </a:r>
          </a:p>
        </p:txBody>
      </p:sp>
    </p:spTree>
    <p:extLst>
      <p:ext uri="{BB962C8B-B14F-4D97-AF65-F5344CB8AC3E}">
        <p14:creationId xmlns:p14="http://schemas.microsoft.com/office/powerpoint/2010/main" val="1457717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D7C2631-9BC3-41DB-B272-D58064F7342C}"/>
              </a:ext>
            </a:extLst>
          </p:cNvPr>
          <p:cNvSpPr/>
          <p:nvPr/>
        </p:nvSpPr>
        <p:spPr>
          <a:xfrm>
            <a:off x="2672615" y="2721114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✅ </a:t>
            </a:r>
            <a:r>
              <a:rPr lang="ru-RU" sz="4000" b="1" dirty="0" err="1">
                <a:solidFill>
                  <a:schemeClr val="accent3">
                    <a:lumMod val="75000"/>
                  </a:schemeClr>
                </a:solidFill>
              </a:rPr>
              <a:t>Жауап</a:t>
            </a:r>
            <a:r>
              <a:rPr lang="ru-RU" sz="4000" b="1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ru-RU" sz="4000" dirty="0" err="1">
                <a:solidFill>
                  <a:schemeClr val="accent3">
                    <a:lumMod val="75000"/>
                  </a:schemeClr>
                </a:solidFill>
              </a:rPr>
              <a:t>Қысым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4000" b="1" dirty="0">
                <a:solidFill>
                  <a:schemeClr val="accent3">
                    <a:lumMod val="75000"/>
                  </a:schemeClr>
                </a:solidFill>
              </a:rPr>
              <a:t>400 Па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7" name="Прямоугольник: скругленные углы 6">
            <a:hlinkClick r:id="rId2" action="ppaction://hlinksldjump"/>
            <a:extLst>
              <a:ext uri="{FF2B5EF4-FFF2-40B4-BE49-F238E27FC236}">
                <a16:creationId xmlns:a16="http://schemas.microsoft.com/office/drawing/2014/main" id="{989063BB-D927-42D6-9091-04E9B373DF8F}"/>
              </a:ext>
            </a:extLst>
          </p:cNvPr>
          <p:cNvSpPr/>
          <p:nvPr/>
        </p:nvSpPr>
        <p:spPr>
          <a:xfrm>
            <a:off x="7988970" y="5804034"/>
            <a:ext cx="3099335" cy="6352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4800" dirty="0"/>
              <a:t>БАСТЫ БЕТ</a:t>
            </a:r>
          </a:p>
        </p:txBody>
      </p:sp>
    </p:spTree>
    <p:extLst>
      <p:ext uri="{BB962C8B-B14F-4D97-AF65-F5344CB8AC3E}">
        <p14:creationId xmlns:p14="http://schemas.microsoft.com/office/powerpoint/2010/main" val="2247186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E2CAC4F-ACF2-45DC-B64F-7A385F632048}"/>
              </a:ext>
            </a:extLst>
          </p:cNvPr>
          <p:cNvSpPr/>
          <p:nvPr/>
        </p:nvSpPr>
        <p:spPr>
          <a:xfrm>
            <a:off x="2018095" y="1956676"/>
            <a:ext cx="8877701" cy="2694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kk-KZ" sz="40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👷</a:t>
            </a:r>
            <a:r>
              <a:rPr lang="kk-KZ" sz="4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Құрылысшы кірпішті көтеріп жатыр. Кірпішке </a:t>
            </a:r>
            <a:r>
              <a:rPr lang="kk-KZ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300 Н</a:t>
            </a:r>
            <a:r>
              <a:rPr lang="kk-KZ" sz="4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күш әсер етеді. Кірпіш </a:t>
            </a:r>
            <a:r>
              <a:rPr lang="kk-KZ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м</a:t>
            </a:r>
            <a:r>
              <a:rPr lang="kk-KZ" sz="4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биіктікке көтерілді. Механикалық жұмысты анықта.</a:t>
            </a:r>
            <a:endParaRPr lang="ru-RU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: скругленные углы 6">
            <a:hlinkClick r:id="rId2" action="ppaction://hlinksldjump"/>
            <a:extLst>
              <a:ext uri="{FF2B5EF4-FFF2-40B4-BE49-F238E27FC236}">
                <a16:creationId xmlns:a16="http://schemas.microsoft.com/office/drawing/2014/main" id="{6BF2D608-8FD5-41F9-816E-8376AA4CB187}"/>
              </a:ext>
            </a:extLst>
          </p:cNvPr>
          <p:cNvSpPr/>
          <p:nvPr/>
        </p:nvSpPr>
        <p:spPr>
          <a:xfrm>
            <a:off x="7988970" y="5804034"/>
            <a:ext cx="3099335" cy="6352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4800" dirty="0"/>
              <a:t>   ЖАУАП</a:t>
            </a:r>
          </a:p>
        </p:txBody>
      </p:sp>
    </p:spTree>
    <p:extLst>
      <p:ext uri="{BB962C8B-B14F-4D97-AF65-F5344CB8AC3E}">
        <p14:creationId xmlns:p14="http://schemas.microsoft.com/office/powerpoint/2010/main" val="1343517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BAF8FE3-A5BF-4FF7-8401-670D5EA152A0}"/>
              </a:ext>
            </a:extLst>
          </p:cNvPr>
          <p:cNvSpPr/>
          <p:nvPr/>
        </p:nvSpPr>
        <p:spPr>
          <a:xfrm>
            <a:off x="2018097" y="2105561"/>
            <a:ext cx="815580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✅ </a:t>
            </a:r>
            <a:r>
              <a:rPr lang="ru-RU" sz="4000" b="1" dirty="0" err="1">
                <a:solidFill>
                  <a:schemeClr val="accent3">
                    <a:lumMod val="75000"/>
                  </a:schemeClr>
                </a:solidFill>
              </a:rPr>
              <a:t>Жауап</a:t>
            </a:r>
            <a:r>
              <a:rPr lang="ru-RU" sz="4000" b="1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ru-RU" sz="4000" dirty="0" err="1">
                <a:solidFill>
                  <a:schemeClr val="accent3">
                    <a:lumMod val="75000"/>
                  </a:schemeClr>
                </a:solidFill>
              </a:rPr>
              <a:t>Құрылысшы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4000" b="1" dirty="0">
                <a:solidFill>
                  <a:schemeClr val="accent3">
                    <a:lumMod val="75000"/>
                  </a:schemeClr>
                </a:solidFill>
              </a:rPr>
              <a:t>600 Дж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4000" dirty="0" err="1">
                <a:solidFill>
                  <a:schemeClr val="accent3">
                    <a:lumMod val="75000"/>
                  </a:schemeClr>
                </a:solidFill>
              </a:rPr>
              <a:t>механикалық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4000" dirty="0" err="1">
                <a:solidFill>
                  <a:schemeClr val="accent3">
                    <a:lumMod val="75000"/>
                  </a:schemeClr>
                </a:solidFill>
              </a:rPr>
              <a:t>жұмыс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4000" dirty="0" err="1">
                <a:solidFill>
                  <a:schemeClr val="accent3">
                    <a:lumMod val="75000"/>
                  </a:schemeClr>
                </a:solidFill>
              </a:rPr>
              <a:t>атқарды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6" name="Прямоугольник: скругленные углы 5">
            <a:hlinkClick r:id="rId2" action="ppaction://hlinksldjump"/>
            <a:extLst>
              <a:ext uri="{FF2B5EF4-FFF2-40B4-BE49-F238E27FC236}">
                <a16:creationId xmlns:a16="http://schemas.microsoft.com/office/drawing/2014/main" id="{BA0EFE2C-7804-44B7-846A-403CC9E76A83}"/>
              </a:ext>
            </a:extLst>
          </p:cNvPr>
          <p:cNvSpPr/>
          <p:nvPr/>
        </p:nvSpPr>
        <p:spPr>
          <a:xfrm>
            <a:off x="7988970" y="5804034"/>
            <a:ext cx="3099335" cy="6352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/>
              <a:t>БАСТЫ БЕТ</a:t>
            </a:r>
          </a:p>
        </p:txBody>
      </p:sp>
    </p:spTree>
    <p:extLst>
      <p:ext uri="{BB962C8B-B14F-4D97-AF65-F5344CB8AC3E}">
        <p14:creationId xmlns:p14="http://schemas.microsoft.com/office/powerpoint/2010/main" val="1962753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CB8D8B4-BC07-4BAA-81CD-7E0BD791ADAF}"/>
              </a:ext>
            </a:extLst>
          </p:cNvPr>
          <p:cNvSpPr/>
          <p:nvPr/>
        </p:nvSpPr>
        <p:spPr>
          <a:xfrm>
            <a:off x="1840029" y="2081804"/>
            <a:ext cx="8511941" cy="2694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kk-KZ" sz="4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Қазақ халқы бұрын жүк тасу үшін </a:t>
            </a:r>
            <a:r>
              <a:rPr lang="kk-KZ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ат арбаны</a:t>
            </a:r>
            <a:r>
              <a:rPr lang="kk-KZ" sz="4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пайдаланған. </a:t>
            </a:r>
            <a:r>
              <a:rPr lang="kk-KZ" sz="40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🐎</a:t>
            </a:r>
            <a:r>
              <a:rPr lang="kk-KZ" sz="4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Ат арбаны </a:t>
            </a:r>
            <a:r>
              <a:rPr lang="kk-KZ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500 Н</a:t>
            </a:r>
            <a:r>
              <a:rPr lang="kk-KZ" sz="4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күшпен </a:t>
            </a:r>
            <a:r>
              <a:rPr lang="kk-KZ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 м</a:t>
            </a:r>
            <a:r>
              <a:rPr lang="kk-KZ" sz="4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қашықтыққа сүйреді. Ат қандай жұмыс атқарды?</a:t>
            </a:r>
            <a:endParaRPr lang="ru-RU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: скругленные углы 4">
            <a:hlinkClick r:id="rId2" action="ppaction://hlinksldjump"/>
            <a:extLst>
              <a:ext uri="{FF2B5EF4-FFF2-40B4-BE49-F238E27FC236}">
                <a16:creationId xmlns:a16="http://schemas.microsoft.com/office/drawing/2014/main" id="{17143307-125C-4A74-8E7C-11147C731C0A}"/>
              </a:ext>
            </a:extLst>
          </p:cNvPr>
          <p:cNvSpPr/>
          <p:nvPr/>
        </p:nvSpPr>
        <p:spPr>
          <a:xfrm>
            <a:off x="7988970" y="5804034"/>
            <a:ext cx="3099335" cy="6352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4800" dirty="0"/>
              <a:t>   ЖАУАП</a:t>
            </a:r>
          </a:p>
        </p:txBody>
      </p:sp>
    </p:spTree>
    <p:extLst>
      <p:ext uri="{BB962C8B-B14F-4D97-AF65-F5344CB8AC3E}">
        <p14:creationId xmlns:p14="http://schemas.microsoft.com/office/powerpoint/2010/main" val="538623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F115EBC-5B3C-4B95-AF9C-A7A6FC53F8C5}"/>
              </a:ext>
            </a:extLst>
          </p:cNvPr>
          <p:cNvSpPr/>
          <p:nvPr/>
        </p:nvSpPr>
        <p:spPr>
          <a:xfrm>
            <a:off x="2133600" y="2768951"/>
            <a:ext cx="852156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✅ </a:t>
            </a:r>
            <a:r>
              <a:rPr lang="ru-RU" sz="4000" b="1" dirty="0" err="1">
                <a:solidFill>
                  <a:schemeClr val="accent3">
                    <a:lumMod val="75000"/>
                  </a:schemeClr>
                </a:solidFill>
              </a:rPr>
              <a:t>Жауап</a:t>
            </a:r>
            <a:r>
              <a:rPr lang="ru-RU" sz="4000" b="1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ru-RU" sz="4000" dirty="0" err="1">
                <a:solidFill>
                  <a:schemeClr val="accent3">
                    <a:lumMod val="75000"/>
                  </a:schemeClr>
                </a:solidFill>
              </a:rPr>
              <a:t>Ат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4000" b="1" dirty="0">
                <a:solidFill>
                  <a:schemeClr val="accent3">
                    <a:lumMod val="75000"/>
                  </a:schemeClr>
                </a:solidFill>
              </a:rPr>
              <a:t>10 000 Дж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 (</a:t>
            </a:r>
            <a:r>
              <a:rPr lang="ru-RU" sz="4000" dirty="0" err="1">
                <a:solidFill>
                  <a:schemeClr val="accent3">
                    <a:lumMod val="75000"/>
                  </a:schemeClr>
                </a:solidFill>
              </a:rPr>
              <a:t>немесе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4000" b="1" dirty="0">
                <a:solidFill>
                  <a:schemeClr val="accent3">
                    <a:lumMod val="75000"/>
                  </a:schemeClr>
                </a:solidFill>
              </a:rPr>
              <a:t>10 кДж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) </a:t>
            </a:r>
            <a:r>
              <a:rPr lang="ru-RU" sz="4000" dirty="0" err="1">
                <a:solidFill>
                  <a:schemeClr val="accent3">
                    <a:lumMod val="75000"/>
                  </a:schemeClr>
                </a:solidFill>
              </a:rPr>
              <a:t>жұмыс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4000" dirty="0" err="1">
                <a:solidFill>
                  <a:schemeClr val="accent3">
                    <a:lumMod val="75000"/>
                  </a:schemeClr>
                </a:solidFill>
              </a:rPr>
              <a:t>атқарды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6" name="Прямоугольник: скругленные углы 5">
            <a:hlinkClick r:id="rId2" action="ppaction://hlinksldjump"/>
            <a:extLst>
              <a:ext uri="{FF2B5EF4-FFF2-40B4-BE49-F238E27FC236}">
                <a16:creationId xmlns:a16="http://schemas.microsoft.com/office/drawing/2014/main" id="{72AAD46E-5BF2-402F-8245-C6B9784B00FD}"/>
              </a:ext>
            </a:extLst>
          </p:cNvPr>
          <p:cNvSpPr/>
          <p:nvPr/>
        </p:nvSpPr>
        <p:spPr>
          <a:xfrm>
            <a:off x="7988970" y="5804034"/>
            <a:ext cx="3099335" cy="6352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/>
              <a:t>БАСТЫ БЕТ</a:t>
            </a:r>
          </a:p>
        </p:txBody>
      </p:sp>
    </p:spTree>
    <p:extLst>
      <p:ext uri="{BB962C8B-B14F-4D97-AF65-F5344CB8AC3E}">
        <p14:creationId xmlns:p14="http://schemas.microsoft.com/office/powerpoint/2010/main" val="2102918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3C6FA23-D3C1-46EA-940B-D12F808363A1}"/>
              </a:ext>
            </a:extLst>
          </p:cNvPr>
          <p:cNvSpPr/>
          <p:nvPr/>
        </p:nvSpPr>
        <p:spPr>
          <a:xfrm>
            <a:off x="1556084" y="1744927"/>
            <a:ext cx="907983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k-KZ" altLang="ru-RU" sz="4000" b="1" dirty="0">
                <a:latin typeface="Calibri" panose="020F0502020204030204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🧮</a:t>
            </a:r>
            <a:r>
              <a:rPr lang="kk-KZ" altLang="ru-RU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1-есеп (қысым): </a:t>
            </a:r>
            <a:r>
              <a:rPr lang="kk-KZ" alt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👞</a:t>
            </a:r>
            <a:r>
              <a:rPr lang="kk-KZ" alt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Адамның салмағы </a:t>
            </a:r>
            <a:r>
              <a:rPr lang="kk-KZ" altLang="ru-RU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600 Н</a:t>
            </a:r>
            <a:r>
              <a:rPr lang="kk-KZ" alt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Екі аяқ киімнің табанының жалпы ауданы </a:t>
            </a:r>
            <a:r>
              <a:rPr lang="kk-KZ" altLang="ru-RU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0,04 м²</a:t>
            </a:r>
            <a:r>
              <a:rPr lang="kk-KZ" alt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40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k-KZ" alt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Адам жерге қандай қысым түсіреді?</a:t>
            </a:r>
            <a:endParaRPr lang="ru-RU" altLang="ru-RU" sz="4000" dirty="0"/>
          </a:p>
        </p:txBody>
      </p:sp>
      <p:sp>
        <p:nvSpPr>
          <p:cNvPr id="5" name="Прямоугольник: скругленные углы 4">
            <a:hlinkClick r:id="rId2" action="ppaction://hlinksldjump"/>
            <a:extLst>
              <a:ext uri="{FF2B5EF4-FFF2-40B4-BE49-F238E27FC236}">
                <a16:creationId xmlns:a16="http://schemas.microsoft.com/office/drawing/2014/main" id="{139FE3EA-4BBA-470B-90C1-5251A959208A}"/>
              </a:ext>
            </a:extLst>
          </p:cNvPr>
          <p:cNvSpPr/>
          <p:nvPr/>
        </p:nvSpPr>
        <p:spPr>
          <a:xfrm>
            <a:off x="7988970" y="5804034"/>
            <a:ext cx="3099335" cy="6352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4800" dirty="0"/>
              <a:t>   ЖАУАП</a:t>
            </a:r>
          </a:p>
        </p:txBody>
      </p:sp>
    </p:spTree>
    <p:extLst>
      <p:ext uri="{BB962C8B-B14F-4D97-AF65-F5344CB8AC3E}">
        <p14:creationId xmlns:p14="http://schemas.microsoft.com/office/powerpoint/2010/main" val="2993167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03B6D75-549F-4434-8BAA-B614D31F4FAF}"/>
              </a:ext>
            </a:extLst>
          </p:cNvPr>
          <p:cNvSpPr/>
          <p:nvPr/>
        </p:nvSpPr>
        <p:spPr>
          <a:xfrm>
            <a:off x="1151822" y="1228397"/>
            <a:ext cx="1021561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✅ </a:t>
            </a:r>
            <a:r>
              <a:rPr lang="ru-RU" sz="4000" b="1" dirty="0" err="1">
                <a:solidFill>
                  <a:schemeClr val="accent3">
                    <a:lumMod val="75000"/>
                  </a:schemeClr>
                </a:solidFill>
              </a:rPr>
              <a:t>Жауап</a:t>
            </a:r>
            <a:r>
              <a:rPr lang="ru-RU" sz="4000" b="1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Адам </a:t>
            </a:r>
            <a:r>
              <a:rPr lang="ru-RU" sz="4000" dirty="0" err="1">
                <a:solidFill>
                  <a:schemeClr val="accent3">
                    <a:lumMod val="75000"/>
                  </a:schemeClr>
                </a:solidFill>
              </a:rPr>
              <a:t>жерге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4000" b="1" dirty="0">
                <a:solidFill>
                  <a:schemeClr val="accent3">
                    <a:lumMod val="75000"/>
                  </a:schemeClr>
                </a:solidFill>
              </a:rPr>
              <a:t>15 000 Па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4000" dirty="0" err="1">
                <a:solidFill>
                  <a:schemeClr val="accent3">
                    <a:lumMod val="75000"/>
                  </a:schemeClr>
                </a:solidFill>
              </a:rPr>
              <a:t>қысым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4000" dirty="0" err="1">
                <a:solidFill>
                  <a:schemeClr val="accent3">
                    <a:lumMod val="75000"/>
                  </a:schemeClr>
                </a:solidFill>
              </a:rPr>
              <a:t>түсіреді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.</a:t>
            </a:r>
          </a:p>
          <a:p>
            <a:endParaRPr lang="ru-RU" sz="4000" b="1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ru-RU" sz="4000" b="1" dirty="0">
                <a:solidFill>
                  <a:schemeClr val="accent3">
                    <a:lumMod val="75000"/>
                  </a:schemeClr>
                </a:solidFill>
              </a:rPr>
              <a:t>📌 </a:t>
            </a:r>
            <a:r>
              <a:rPr lang="ru-RU" sz="4000" b="1" dirty="0" err="1">
                <a:solidFill>
                  <a:schemeClr val="accent3">
                    <a:lumMod val="75000"/>
                  </a:schemeClr>
                </a:solidFill>
              </a:rPr>
              <a:t>Қысқаша</a:t>
            </a:r>
            <a:r>
              <a:rPr lang="ru-RU" sz="40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4000" b="1" dirty="0" err="1">
                <a:solidFill>
                  <a:schemeClr val="accent3">
                    <a:lumMod val="75000"/>
                  </a:schemeClr>
                </a:solidFill>
              </a:rPr>
              <a:t>қорытынды</a:t>
            </a:r>
            <a:r>
              <a:rPr lang="ru-RU" sz="4000" b="1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ru-RU" sz="4000" dirty="0" err="1">
                <a:solidFill>
                  <a:schemeClr val="accent3">
                    <a:lumMod val="75000"/>
                  </a:schemeClr>
                </a:solidFill>
              </a:rPr>
              <a:t>Адамның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4000" dirty="0" err="1">
                <a:solidFill>
                  <a:schemeClr val="accent3">
                    <a:lumMod val="75000"/>
                  </a:schemeClr>
                </a:solidFill>
              </a:rPr>
              <a:t>салмағы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4000" b="1" dirty="0">
                <a:solidFill>
                  <a:schemeClr val="accent3">
                    <a:lumMod val="75000"/>
                  </a:schemeClr>
                </a:solidFill>
              </a:rPr>
              <a:t>600 Н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, ал </a:t>
            </a:r>
            <a:r>
              <a:rPr lang="ru-RU" sz="4000" dirty="0" err="1">
                <a:solidFill>
                  <a:schemeClr val="accent3">
                    <a:lumMod val="75000"/>
                  </a:schemeClr>
                </a:solidFill>
              </a:rPr>
              <a:t>аяқ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4000" dirty="0" err="1">
                <a:solidFill>
                  <a:schemeClr val="accent3">
                    <a:lumMod val="75000"/>
                  </a:schemeClr>
                </a:solidFill>
              </a:rPr>
              <a:t>киім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4000" dirty="0" err="1">
                <a:solidFill>
                  <a:schemeClr val="accent3">
                    <a:lumMod val="75000"/>
                  </a:schemeClr>
                </a:solidFill>
              </a:rPr>
              <a:t>табанының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4000" dirty="0" err="1">
                <a:solidFill>
                  <a:schemeClr val="accent3">
                    <a:lumMod val="75000"/>
                  </a:schemeClr>
                </a:solidFill>
              </a:rPr>
              <a:t>жалпы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4000" dirty="0" err="1">
                <a:solidFill>
                  <a:schemeClr val="accent3">
                    <a:lumMod val="75000"/>
                  </a:schemeClr>
                </a:solidFill>
              </a:rPr>
              <a:t>ауданы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4000" b="1" dirty="0">
                <a:solidFill>
                  <a:schemeClr val="accent3">
                    <a:lumMod val="75000"/>
                  </a:schemeClr>
                </a:solidFill>
              </a:rPr>
              <a:t>0,04 м²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4000" dirty="0" err="1">
                <a:solidFill>
                  <a:schemeClr val="accent3">
                    <a:lumMod val="75000"/>
                  </a:schemeClr>
                </a:solidFill>
              </a:rPr>
              <a:t>болғанда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, </a:t>
            </a:r>
            <a:r>
              <a:rPr lang="ru-RU" sz="4000" dirty="0" err="1">
                <a:solidFill>
                  <a:schemeClr val="accent3">
                    <a:lumMod val="75000"/>
                  </a:schemeClr>
                </a:solidFill>
              </a:rPr>
              <a:t>жерге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4000" dirty="0" err="1">
                <a:solidFill>
                  <a:schemeClr val="accent3">
                    <a:lumMod val="75000"/>
                  </a:schemeClr>
                </a:solidFill>
              </a:rPr>
              <a:t>түсіретін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4000" dirty="0" err="1">
                <a:solidFill>
                  <a:schemeClr val="accent3">
                    <a:lumMod val="75000"/>
                  </a:schemeClr>
                </a:solidFill>
              </a:rPr>
              <a:t>қысымы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4000" b="1" dirty="0">
                <a:solidFill>
                  <a:schemeClr val="accent3">
                    <a:lumMod val="75000"/>
                  </a:schemeClr>
                </a:solidFill>
              </a:rPr>
              <a:t>15 000 Па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4000" dirty="0" err="1">
                <a:solidFill>
                  <a:schemeClr val="accent3">
                    <a:lumMod val="75000"/>
                  </a:schemeClr>
                </a:solidFill>
              </a:rPr>
              <a:t>болады</a:t>
            </a:r>
            <a:r>
              <a:rPr lang="ru-RU" sz="4000" dirty="0">
                <a:solidFill>
                  <a:schemeClr val="accent3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8" name="Прямоугольник: скругленные углы 7">
            <a:hlinkClick r:id="rId2" action="ppaction://hlinksldjump"/>
            <a:extLst>
              <a:ext uri="{FF2B5EF4-FFF2-40B4-BE49-F238E27FC236}">
                <a16:creationId xmlns:a16="http://schemas.microsoft.com/office/drawing/2014/main" id="{1B47F0B2-F37A-476E-8B21-4EDA7009715E}"/>
              </a:ext>
            </a:extLst>
          </p:cNvPr>
          <p:cNvSpPr/>
          <p:nvPr/>
        </p:nvSpPr>
        <p:spPr>
          <a:xfrm>
            <a:off x="7988970" y="5804034"/>
            <a:ext cx="3099335" cy="6352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/>
              <a:t>БАСТЫ БЕТ</a:t>
            </a:r>
          </a:p>
        </p:txBody>
      </p:sp>
    </p:spTree>
    <p:extLst>
      <p:ext uri="{BB962C8B-B14F-4D97-AF65-F5344CB8AC3E}">
        <p14:creationId xmlns:p14="http://schemas.microsoft.com/office/powerpoint/2010/main" val="3358490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462CDCE-1246-4059-AFAD-FD7C6BE99BB0}"/>
              </a:ext>
            </a:extLst>
          </p:cNvPr>
          <p:cNvSpPr/>
          <p:nvPr/>
        </p:nvSpPr>
        <p:spPr>
          <a:xfrm>
            <a:off x="1171073" y="1228397"/>
            <a:ext cx="1073537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k-KZ" altLang="ru-RU" sz="4000" b="1" dirty="0">
                <a:latin typeface="Calibri" panose="020F0502020204030204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🧮</a:t>
            </a:r>
            <a:r>
              <a:rPr lang="kk-KZ" altLang="ru-RU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2-есеп (қысым – өмірмен байланыс)</a:t>
            </a:r>
            <a:endParaRPr lang="ru-RU" altLang="ru-RU" sz="40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k-KZ" alt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🚜</a:t>
            </a:r>
            <a:r>
              <a:rPr lang="kk-KZ" alt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Трактордың массасы </a:t>
            </a:r>
            <a:r>
              <a:rPr lang="kk-KZ" altLang="ru-RU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3000 кг</a:t>
            </a:r>
            <a:r>
              <a:rPr lang="kk-KZ" alt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Трактордың төрт доңғалағының жалпы тірек ауданы </a:t>
            </a:r>
            <a:r>
              <a:rPr lang="kk-KZ" altLang="ru-RU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1,5 м²</a:t>
            </a:r>
            <a:r>
              <a:rPr lang="kk-KZ" alt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40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k-KZ" alt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Трактор жерге түсіретін қысымды анықта. (g = 10 Н/кг)</a:t>
            </a:r>
            <a:endParaRPr lang="ru-RU" altLang="ru-RU" sz="40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k-KZ" altLang="ru-RU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Сұрақ: </a:t>
            </a:r>
            <a:r>
              <a:rPr lang="kk-KZ" alt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Неге трактордың доңғалақтары үлкен болады?</a:t>
            </a:r>
            <a:endParaRPr lang="ru-RU" altLang="ru-RU" sz="4000" dirty="0"/>
          </a:p>
        </p:txBody>
      </p:sp>
      <p:sp>
        <p:nvSpPr>
          <p:cNvPr id="3" name="Прямоугольник: скругленные углы 2">
            <a:hlinkClick r:id="rId2" action="ppaction://hlinksldjump"/>
            <a:extLst>
              <a:ext uri="{FF2B5EF4-FFF2-40B4-BE49-F238E27FC236}">
                <a16:creationId xmlns:a16="http://schemas.microsoft.com/office/drawing/2014/main" id="{BAE72089-1EB8-42EE-9CF1-1CB087E31AF8}"/>
              </a:ext>
            </a:extLst>
          </p:cNvPr>
          <p:cNvSpPr/>
          <p:nvPr/>
        </p:nvSpPr>
        <p:spPr>
          <a:xfrm>
            <a:off x="7988970" y="5804034"/>
            <a:ext cx="3099335" cy="6352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4800" dirty="0"/>
              <a:t>   ЖАУАП</a:t>
            </a:r>
          </a:p>
        </p:txBody>
      </p:sp>
    </p:spTree>
    <p:extLst>
      <p:ext uri="{BB962C8B-B14F-4D97-AF65-F5344CB8AC3E}">
        <p14:creationId xmlns:p14="http://schemas.microsoft.com/office/powerpoint/2010/main" val="2268944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B6312BB-0A2A-439A-AF43-0C7446CE5C49}"/>
              </a:ext>
            </a:extLst>
          </p:cNvPr>
          <p:cNvSpPr/>
          <p:nvPr/>
        </p:nvSpPr>
        <p:spPr>
          <a:xfrm>
            <a:off x="1103695" y="795771"/>
            <a:ext cx="10292615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✅ </a:t>
            </a:r>
            <a:r>
              <a:rPr lang="ru-RU" sz="3200" b="1" dirty="0" err="1">
                <a:solidFill>
                  <a:schemeClr val="accent3">
                    <a:lumMod val="75000"/>
                  </a:schemeClr>
                </a:solidFill>
              </a:rPr>
              <a:t>Жауап</a:t>
            </a:r>
            <a:r>
              <a:rPr lang="ru-RU" sz="3200" b="1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Трактор </a:t>
            </a:r>
            <a:r>
              <a:rPr lang="ru-RU" sz="3200" dirty="0" err="1">
                <a:solidFill>
                  <a:schemeClr val="accent3">
                    <a:lumMod val="75000"/>
                  </a:schemeClr>
                </a:solidFill>
              </a:rPr>
              <a:t>жерге</a:t>
            </a:r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200" b="1" dirty="0">
                <a:solidFill>
                  <a:schemeClr val="accent3">
                    <a:lumMod val="75000"/>
                  </a:schemeClr>
                </a:solidFill>
              </a:rPr>
              <a:t>20 000 Па</a:t>
            </a:r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200" dirty="0" err="1">
                <a:solidFill>
                  <a:schemeClr val="accent3">
                    <a:lumMod val="75000"/>
                  </a:schemeClr>
                </a:solidFill>
              </a:rPr>
              <a:t>қысым</a:t>
            </a:r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200" dirty="0" err="1">
                <a:solidFill>
                  <a:schemeClr val="accent3">
                    <a:lumMod val="75000"/>
                  </a:schemeClr>
                </a:solidFill>
              </a:rPr>
              <a:t>түсіреді</a:t>
            </a:r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.</a:t>
            </a:r>
          </a:p>
          <a:p>
            <a:endParaRPr lang="ru-RU" sz="32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ru-RU" sz="3200" b="1" dirty="0">
                <a:solidFill>
                  <a:schemeClr val="accent3">
                    <a:lumMod val="75000"/>
                  </a:schemeClr>
                </a:solidFill>
              </a:rPr>
              <a:t>📌 </a:t>
            </a:r>
            <a:r>
              <a:rPr lang="ru-RU" sz="3200" b="1" dirty="0" err="1">
                <a:solidFill>
                  <a:schemeClr val="accent3">
                    <a:lumMod val="75000"/>
                  </a:schemeClr>
                </a:solidFill>
              </a:rPr>
              <a:t>Сұраққа</a:t>
            </a:r>
            <a:r>
              <a:rPr lang="ru-RU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200" b="1" dirty="0" err="1">
                <a:solidFill>
                  <a:schemeClr val="accent3">
                    <a:lumMod val="75000"/>
                  </a:schemeClr>
                </a:solidFill>
              </a:rPr>
              <a:t>жауап</a:t>
            </a:r>
            <a:r>
              <a:rPr lang="ru-RU" sz="3200" b="1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ru-RU" sz="3200" dirty="0" err="1">
                <a:solidFill>
                  <a:schemeClr val="accent3">
                    <a:lumMod val="75000"/>
                  </a:schemeClr>
                </a:solidFill>
              </a:rPr>
              <a:t>Трактордың</a:t>
            </a:r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200" dirty="0" err="1">
                <a:solidFill>
                  <a:schemeClr val="accent3">
                    <a:lumMod val="75000"/>
                  </a:schemeClr>
                </a:solidFill>
              </a:rPr>
              <a:t>доңғалақтары</a:t>
            </a:r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200" dirty="0" err="1">
                <a:solidFill>
                  <a:schemeClr val="accent3">
                    <a:lumMod val="75000"/>
                  </a:schemeClr>
                </a:solidFill>
              </a:rPr>
              <a:t>үлкен</a:t>
            </a:r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200" dirty="0" err="1">
                <a:solidFill>
                  <a:schemeClr val="accent3">
                    <a:lumMod val="75000"/>
                  </a:schemeClr>
                </a:solidFill>
              </a:rPr>
              <a:t>болады</a:t>
            </a:r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, </a:t>
            </a:r>
            <a:r>
              <a:rPr lang="ru-RU" sz="3200" dirty="0" err="1">
                <a:solidFill>
                  <a:schemeClr val="accent3">
                    <a:lumMod val="75000"/>
                  </a:schemeClr>
                </a:solidFill>
              </a:rPr>
              <a:t>себебі</a:t>
            </a:r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:</a:t>
            </a:r>
          </a:p>
          <a:p>
            <a:r>
              <a:rPr lang="ru-RU" sz="3200" dirty="0" err="1">
                <a:solidFill>
                  <a:schemeClr val="accent3">
                    <a:lumMod val="75000"/>
                  </a:schemeClr>
                </a:solidFill>
              </a:rPr>
              <a:t>үлкен</a:t>
            </a:r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200" dirty="0" err="1">
                <a:solidFill>
                  <a:schemeClr val="accent3">
                    <a:lumMod val="75000"/>
                  </a:schemeClr>
                </a:solidFill>
              </a:rPr>
              <a:t>доңғалақ</a:t>
            </a:r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200" b="1" dirty="0" err="1">
                <a:solidFill>
                  <a:schemeClr val="accent3">
                    <a:lumMod val="75000"/>
                  </a:schemeClr>
                </a:solidFill>
              </a:rPr>
              <a:t>тірек</a:t>
            </a:r>
            <a:r>
              <a:rPr lang="ru-RU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200" b="1" dirty="0" err="1">
                <a:solidFill>
                  <a:schemeClr val="accent3">
                    <a:lumMod val="75000"/>
                  </a:schemeClr>
                </a:solidFill>
              </a:rPr>
              <a:t>ауданын</a:t>
            </a:r>
            <a:r>
              <a:rPr lang="ru-RU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200" b="1" dirty="0" err="1">
                <a:solidFill>
                  <a:schemeClr val="accent3">
                    <a:lumMod val="75000"/>
                  </a:schemeClr>
                </a:solidFill>
              </a:rPr>
              <a:t>үлкейтеді</a:t>
            </a:r>
            <a:endParaRPr lang="ru-RU" sz="32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ru-RU" sz="3200" dirty="0" err="1">
                <a:solidFill>
                  <a:schemeClr val="accent3">
                    <a:lumMod val="75000"/>
                  </a:schemeClr>
                </a:solidFill>
              </a:rPr>
              <a:t>аудан</a:t>
            </a:r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200" dirty="0" err="1">
                <a:solidFill>
                  <a:schemeClr val="accent3">
                    <a:lumMod val="75000"/>
                  </a:schemeClr>
                </a:solidFill>
              </a:rPr>
              <a:t>үлкен</a:t>
            </a:r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200" dirty="0" err="1">
                <a:solidFill>
                  <a:schemeClr val="accent3">
                    <a:lumMod val="75000"/>
                  </a:schemeClr>
                </a:solidFill>
              </a:rPr>
              <a:t>болса</a:t>
            </a:r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200" b="1" dirty="0" err="1">
                <a:solidFill>
                  <a:schemeClr val="accent3">
                    <a:lumMod val="75000"/>
                  </a:schemeClr>
                </a:solidFill>
              </a:rPr>
              <a:t>қысым</a:t>
            </a:r>
            <a:r>
              <a:rPr lang="ru-RU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200" b="1" dirty="0" err="1">
                <a:solidFill>
                  <a:schemeClr val="accent3">
                    <a:lumMod val="75000"/>
                  </a:schemeClr>
                </a:solidFill>
              </a:rPr>
              <a:t>азаяды</a:t>
            </a:r>
            <a:endParaRPr lang="ru-RU" sz="32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трактор </a:t>
            </a:r>
            <a:r>
              <a:rPr lang="ru-RU" sz="3200" b="1" dirty="0" err="1">
                <a:solidFill>
                  <a:schemeClr val="accent3">
                    <a:lumMod val="75000"/>
                  </a:schemeClr>
                </a:solidFill>
              </a:rPr>
              <a:t>жерге</a:t>
            </a:r>
            <a:r>
              <a:rPr lang="ru-RU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200" b="1" dirty="0" err="1">
                <a:solidFill>
                  <a:schemeClr val="accent3">
                    <a:lumMod val="75000"/>
                  </a:schemeClr>
                </a:solidFill>
              </a:rPr>
              <a:t>батпайды</a:t>
            </a:r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200" dirty="0" err="1">
                <a:solidFill>
                  <a:schemeClr val="accent3">
                    <a:lumMod val="75000"/>
                  </a:schemeClr>
                </a:solidFill>
              </a:rPr>
              <a:t>және</a:t>
            </a:r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200" dirty="0" err="1">
                <a:solidFill>
                  <a:schemeClr val="accent3">
                    <a:lumMod val="75000"/>
                  </a:schemeClr>
                </a:solidFill>
              </a:rPr>
              <a:t>жұмсақ</a:t>
            </a:r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200" dirty="0" err="1">
                <a:solidFill>
                  <a:schemeClr val="accent3">
                    <a:lumMod val="75000"/>
                  </a:schemeClr>
                </a:solidFill>
              </a:rPr>
              <a:t>топырақта</a:t>
            </a:r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200" dirty="0" err="1">
                <a:solidFill>
                  <a:schemeClr val="accent3">
                    <a:lumMod val="75000"/>
                  </a:schemeClr>
                </a:solidFill>
              </a:rPr>
              <a:t>жақсы</a:t>
            </a:r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200" dirty="0" err="1">
                <a:solidFill>
                  <a:schemeClr val="accent3">
                    <a:lumMod val="75000"/>
                  </a:schemeClr>
                </a:solidFill>
              </a:rPr>
              <a:t>жүреді</a:t>
            </a:r>
            <a:endParaRPr lang="ru-RU" sz="32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ru-RU" sz="3200" dirty="0" err="1">
                <a:solidFill>
                  <a:schemeClr val="accent3">
                    <a:lumMod val="75000"/>
                  </a:schemeClr>
                </a:solidFill>
              </a:rPr>
              <a:t>Сондықтан</a:t>
            </a:r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200" dirty="0" err="1">
                <a:solidFill>
                  <a:schemeClr val="accent3">
                    <a:lumMod val="75000"/>
                  </a:schemeClr>
                </a:solidFill>
              </a:rPr>
              <a:t>ауыл</a:t>
            </a:r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200" dirty="0" err="1">
                <a:solidFill>
                  <a:schemeClr val="accent3">
                    <a:lumMod val="75000"/>
                  </a:schemeClr>
                </a:solidFill>
              </a:rPr>
              <a:t>шаруашылығында</a:t>
            </a:r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200" dirty="0" err="1">
                <a:solidFill>
                  <a:schemeClr val="accent3">
                    <a:lumMod val="75000"/>
                  </a:schemeClr>
                </a:solidFill>
              </a:rPr>
              <a:t>тракторларға</a:t>
            </a:r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200" b="1" dirty="0" err="1">
                <a:solidFill>
                  <a:schemeClr val="accent3">
                    <a:lumMod val="75000"/>
                  </a:schemeClr>
                </a:solidFill>
              </a:rPr>
              <a:t>үлкен</a:t>
            </a:r>
            <a:r>
              <a:rPr lang="ru-RU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200" b="1" dirty="0" err="1">
                <a:solidFill>
                  <a:schemeClr val="accent3">
                    <a:lumMod val="75000"/>
                  </a:schemeClr>
                </a:solidFill>
              </a:rPr>
              <a:t>доңғалақтар</a:t>
            </a:r>
            <a:r>
              <a:rPr lang="ru-RU" sz="32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200" b="1" dirty="0" err="1">
                <a:solidFill>
                  <a:schemeClr val="accent3">
                    <a:lumMod val="75000"/>
                  </a:schemeClr>
                </a:solidFill>
              </a:rPr>
              <a:t>орнатылады</a:t>
            </a:r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.</a:t>
            </a:r>
          </a:p>
          <a:p>
            <a:endParaRPr lang="ru-RU" sz="32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Прямоугольник: скругленные углы 2">
            <a:hlinkClick r:id="rId2" action="ppaction://hlinksldjump"/>
            <a:extLst>
              <a:ext uri="{FF2B5EF4-FFF2-40B4-BE49-F238E27FC236}">
                <a16:creationId xmlns:a16="http://schemas.microsoft.com/office/drawing/2014/main" id="{58E6C219-436E-4A5D-AD2D-314271B59551}"/>
              </a:ext>
            </a:extLst>
          </p:cNvPr>
          <p:cNvSpPr/>
          <p:nvPr/>
        </p:nvSpPr>
        <p:spPr>
          <a:xfrm>
            <a:off x="7988970" y="5804034"/>
            <a:ext cx="3099335" cy="6352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/>
              <a:t>БАСТЫ БЕТ</a:t>
            </a:r>
          </a:p>
        </p:txBody>
      </p:sp>
    </p:spTree>
    <p:extLst>
      <p:ext uri="{BB962C8B-B14F-4D97-AF65-F5344CB8AC3E}">
        <p14:creationId xmlns:p14="http://schemas.microsoft.com/office/powerpoint/2010/main" val="3930708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09F5BAE-792A-4EF3-A9FD-412BAB3A0230}"/>
              </a:ext>
            </a:extLst>
          </p:cNvPr>
          <p:cNvSpPr/>
          <p:nvPr/>
        </p:nvSpPr>
        <p:spPr>
          <a:xfrm>
            <a:off x="1613835" y="1783428"/>
            <a:ext cx="8800699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k-KZ" altLang="ru-RU" sz="4000" b="1" dirty="0">
                <a:latin typeface="Calibri" panose="020F0502020204030204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🧮</a:t>
            </a:r>
            <a:r>
              <a:rPr lang="kk-KZ" altLang="ru-RU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3-есеп (механикалық жұмыс)</a:t>
            </a:r>
            <a:endParaRPr lang="ru-RU" altLang="ru-RU" sz="40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k-KZ" alt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🏋</a:t>
            </a:r>
            <a:r>
              <a:rPr lang="kk-KZ" alt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️‍♂️ Жүк көтеруші </a:t>
            </a:r>
            <a:r>
              <a:rPr lang="kk-KZ" altLang="ru-RU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200 Н</a:t>
            </a:r>
            <a:r>
              <a:rPr lang="kk-KZ" alt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күшпен жәшікті </a:t>
            </a:r>
            <a:r>
              <a:rPr lang="kk-KZ" altLang="ru-RU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 м</a:t>
            </a:r>
            <a:r>
              <a:rPr lang="kk-KZ" alt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қашықтыққа жылжытты. Жасалған жұмысты анықта.</a:t>
            </a:r>
            <a:endParaRPr lang="ru-RU" altLang="ru-RU" sz="4000" dirty="0"/>
          </a:p>
        </p:txBody>
      </p:sp>
      <p:sp>
        <p:nvSpPr>
          <p:cNvPr id="3" name="Прямоугольник: скругленные углы 2">
            <a:hlinkClick r:id="rId2" action="ppaction://hlinksldjump"/>
            <a:extLst>
              <a:ext uri="{FF2B5EF4-FFF2-40B4-BE49-F238E27FC236}">
                <a16:creationId xmlns:a16="http://schemas.microsoft.com/office/drawing/2014/main" id="{28018941-E186-4872-89AF-FCFFF823507B}"/>
              </a:ext>
            </a:extLst>
          </p:cNvPr>
          <p:cNvSpPr/>
          <p:nvPr/>
        </p:nvSpPr>
        <p:spPr>
          <a:xfrm>
            <a:off x="7988970" y="5804034"/>
            <a:ext cx="3099335" cy="6352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4800" dirty="0"/>
              <a:t>   ЖАУАП</a:t>
            </a:r>
          </a:p>
        </p:txBody>
      </p:sp>
    </p:spTree>
    <p:extLst>
      <p:ext uri="{BB962C8B-B14F-4D97-AF65-F5344CB8AC3E}">
        <p14:creationId xmlns:p14="http://schemas.microsoft.com/office/powerpoint/2010/main" val="727300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896667E-D6FF-4605-A1C2-4240EECD6ABF}"/>
              </a:ext>
            </a:extLst>
          </p:cNvPr>
          <p:cNvSpPr/>
          <p:nvPr/>
        </p:nvSpPr>
        <p:spPr>
          <a:xfrm>
            <a:off x="2768868" y="2643823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k-KZ" sz="4000" dirty="0">
                <a:solidFill>
                  <a:schemeClr val="accent3">
                    <a:lumMod val="75000"/>
                  </a:schemeClr>
                </a:solidFill>
              </a:rPr>
              <a:t>✅ </a:t>
            </a:r>
            <a:r>
              <a:rPr lang="kk-KZ" sz="4000" b="1" dirty="0">
                <a:solidFill>
                  <a:schemeClr val="accent3">
                    <a:lumMod val="75000"/>
                  </a:schemeClr>
                </a:solidFill>
              </a:rPr>
              <a:t>Жауап: </a:t>
            </a:r>
            <a:r>
              <a:rPr lang="kk-KZ" sz="4000" dirty="0">
                <a:solidFill>
                  <a:schemeClr val="accent3">
                    <a:lumMod val="75000"/>
                  </a:schemeClr>
                </a:solidFill>
              </a:rPr>
              <a:t>Жүк көтеруші </a:t>
            </a:r>
            <a:r>
              <a:rPr lang="kk-KZ" sz="4000" b="1" dirty="0">
                <a:solidFill>
                  <a:schemeClr val="accent3">
                    <a:lumMod val="75000"/>
                  </a:schemeClr>
                </a:solidFill>
              </a:rPr>
              <a:t>1000 Дж</a:t>
            </a:r>
            <a:r>
              <a:rPr lang="kk-KZ" sz="4000" dirty="0">
                <a:solidFill>
                  <a:schemeClr val="accent3">
                    <a:lumMod val="75000"/>
                  </a:schemeClr>
                </a:solidFill>
              </a:rPr>
              <a:t> жұмыс атқарды.</a:t>
            </a:r>
          </a:p>
        </p:txBody>
      </p:sp>
      <p:sp>
        <p:nvSpPr>
          <p:cNvPr id="3" name="Прямоугольник: скругленные углы 2">
            <a:hlinkClick r:id="rId2" action="ppaction://hlinksldjump"/>
            <a:extLst>
              <a:ext uri="{FF2B5EF4-FFF2-40B4-BE49-F238E27FC236}">
                <a16:creationId xmlns:a16="http://schemas.microsoft.com/office/drawing/2014/main" id="{D24FE43A-4FD2-4D7D-8B72-F915AFF55F6C}"/>
              </a:ext>
            </a:extLst>
          </p:cNvPr>
          <p:cNvSpPr/>
          <p:nvPr/>
        </p:nvSpPr>
        <p:spPr>
          <a:xfrm>
            <a:off x="7988970" y="5804034"/>
            <a:ext cx="3099335" cy="6352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/>
              <a:t>БАСТЫ БЕТ</a:t>
            </a:r>
          </a:p>
        </p:txBody>
      </p:sp>
    </p:spTree>
    <p:extLst>
      <p:ext uri="{BB962C8B-B14F-4D97-AF65-F5344CB8AC3E}">
        <p14:creationId xmlns:p14="http://schemas.microsoft.com/office/powerpoint/2010/main" val="3059703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924018A-989F-4530-B4AD-F43317982258}"/>
              </a:ext>
            </a:extLst>
          </p:cNvPr>
          <p:cNvSpPr/>
          <p:nvPr/>
        </p:nvSpPr>
        <p:spPr>
          <a:xfrm>
            <a:off x="1565709" y="1469029"/>
            <a:ext cx="9243461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k-KZ" altLang="ru-RU" sz="4000" b="1" dirty="0">
                <a:latin typeface="Calibri" panose="020F0502020204030204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🧮</a:t>
            </a:r>
            <a:r>
              <a:rPr lang="kk-KZ" altLang="ru-RU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4-есеп (қуат)</a:t>
            </a:r>
            <a:endParaRPr lang="ru-RU" altLang="ru-RU" sz="40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k-KZ" alt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⚡</a:t>
            </a:r>
            <a:r>
              <a:rPr lang="kk-KZ" alt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Электр қозғалтқыш </a:t>
            </a:r>
            <a:r>
              <a:rPr lang="kk-KZ" altLang="ru-RU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600 Дж</a:t>
            </a:r>
            <a:r>
              <a:rPr lang="kk-KZ" alt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жұмыс атқарды. Бұл жұмыс </a:t>
            </a:r>
            <a:r>
              <a:rPr lang="kk-KZ" altLang="ru-RU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 секундта</a:t>
            </a:r>
            <a:r>
              <a:rPr lang="kk-KZ" alt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орындалды. Қозғалтқыштың қуатын анықта.</a:t>
            </a:r>
            <a:endParaRPr lang="ru-RU" altLang="ru-RU" sz="4000" dirty="0"/>
          </a:p>
        </p:txBody>
      </p:sp>
      <p:sp>
        <p:nvSpPr>
          <p:cNvPr id="3" name="Прямоугольник: скругленные углы 2">
            <a:hlinkClick r:id="rId2" action="ppaction://hlinksldjump"/>
            <a:extLst>
              <a:ext uri="{FF2B5EF4-FFF2-40B4-BE49-F238E27FC236}">
                <a16:creationId xmlns:a16="http://schemas.microsoft.com/office/drawing/2014/main" id="{D9016E67-DC65-4370-A401-80337506160D}"/>
              </a:ext>
            </a:extLst>
          </p:cNvPr>
          <p:cNvSpPr/>
          <p:nvPr/>
        </p:nvSpPr>
        <p:spPr>
          <a:xfrm>
            <a:off x="7988970" y="5804034"/>
            <a:ext cx="3099335" cy="6352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4800" dirty="0"/>
              <a:t>   ЖАУАП</a:t>
            </a:r>
          </a:p>
        </p:txBody>
      </p:sp>
    </p:spTree>
    <p:extLst>
      <p:ext uri="{BB962C8B-B14F-4D97-AF65-F5344CB8AC3E}">
        <p14:creationId xmlns:p14="http://schemas.microsoft.com/office/powerpoint/2010/main" val="1585265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9F9F811-0E9E-4C57-A901-C9008BCF79AE}"/>
              </a:ext>
            </a:extLst>
          </p:cNvPr>
          <p:cNvSpPr/>
          <p:nvPr/>
        </p:nvSpPr>
        <p:spPr>
          <a:xfrm>
            <a:off x="2662989" y="2605322"/>
            <a:ext cx="686602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k-KZ" sz="4000" dirty="0">
                <a:solidFill>
                  <a:schemeClr val="accent3">
                    <a:lumMod val="75000"/>
                  </a:schemeClr>
                </a:solidFill>
              </a:rPr>
              <a:t>✅ </a:t>
            </a:r>
            <a:r>
              <a:rPr lang="kk-KZ" sz="4000" b="1" dirty="0">
                <a:solidFill>
                  <a:schemeClr val="accent3">
                    <a:lumMod val="75000"/>
                  </a:schemeClr>
                </a:solidFill>
              </a:rPr>
              <a:t>Жауап: </a:t>
            </a:r>
            <a:r>
              <a:rPr lang="kk-KZ" sz="4000" dirty="0">
                <a:solidFill>
                  <a:schemeClr val="accent3">
                    <a:lumMod val="75000"/>
                  </a:schemeClr>
                </a:solidFill>
              </a:rPr>
              <a:t>Қозғалтқыштың қуаты </a:t>
            </a:r>
            <a:r>
              <a:rPr lang="kk-KZ" sz="4000" b="1" dirty="0">
                <a:solidFill>
                  <a:schemeClr val="accent3">
                    <a:lumMod val="75000"/>
                  </a:schemeClr>
                </a:solidFill>
              </a:rPr>
              <a:t>200 Вт</a:t>
            </a:r>
            <a:r>
              <a:rPr lang="kk-KZ" sz="4000" dirty="0">
                <a:solidFill>
                  <a:schemeClr val="accent3">
                    <a:lumMod val="75000"/>
                  </a:schemeClr>
                </a:solidFill>
              </a:rPr>
              <a:t>.</a:t>
            </a:r>
          </a:p>
          <a:p>
            <a:endParaRPr lang="kk-KZ" sz="4000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kk-KZ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Прямоугольник: скругленные углы 2">
            <a:hlinkClick r:id="rId2" action="ppaction://hlinksldjump"/>
            <a:extLst>
              <a:ext uri="{FF2B5EF4-FFF2-40B4-BE49-F238E27FC236}">
                <a16:creationId xmlns:a16="http://schemas.microsoft.com/office/drawing/2014/main" id="{048BEDA1-AC83-4AAA-A703-8BEBECC4F808}"/>
              </a:ext>
            </a:extLst>
          </p:cNvPr>
          <p:cNvSpPr/>
          <p:nvPr/>
        </p:nvSpPr>
        <p:spPr>
          <a:xfrm>
            <a:off x="7979342" y="5794409"/>
            <a:ext cx="3099335" cy="6352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/>
              <a:t>БАСТЫ БЕТ</a:t>
            </a:r>
          </a:p>
        </p:txBody>
      </p:sp>
    </p:spTree>
    <p:extLst>
      <p:ext uri="{BB962C8B-B14F-4D97-AF65-F5344CB8AC3E}">
        <p14:creationId xmlns:p14="http://schemas.microsoft.com/office/powerpoint/2010/main" val="839160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2BC6B18-8E79-42BD-8611-1FACCD15FCDB}"/>
              </a:ext>
            </a:extLst>
          </p:cNvPr>
          <p:cNvSpPr/>
          <p:nvPr/>
        </p:nvSpPr>
        <p:spPr>
          <a:xfrm>
            <a:off x="1382828" y="1311790"/>
            <a:ext cx="9897980" cy="45627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k-KZ" altLang="ru-RU" sz="4000" b="1" dirty="0">
                <a:latin typeface="Calibri" panose="020F0502020204030204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🧮</a:t>
            </a:r>
            <a:r>
              <a:rPr lang="kk-KZ" altLang="ru-RU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5-есеп (ұлттық тұрмысқа байланысты)</a:t>
            </a:r>
            <a:endParaRPr lang="ru-RU" altLang="ru-RU" sz="40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k-KZ" alt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🐎</a:t>
            </a:r>
            <a:r>
              <a:rPr lang="kk-KZ" alt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Қазақ тұрмысында жүк тасу үшін ат пайдаланылған. Ат арбаны </a:t>
            </a:r>
            <a:r>
              <a:rPr lang="kk-KZ" altLang="ru-RU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400 Н</a:t>
            </a:r>
            <a:r>
              <a:rPr lang="kk-KZ" alt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күшпен </a:t>
            </a:r>
            <a:r>
              <a:rPr lang="kk-KZ" altLang="ru-RU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 м</a:t>
            </a:r>
            <a:r>
              <a:rPr lang="kk-KZ" altLang="ru-RU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қашықтыққа сүйреді. Ат қандай жұмыс атқарды?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k-KZ" sz="4000" dirty="0"/>
              <a:t>📌 Сұрақ: Неге ат бұрын қазақ шаруашылығында өте маңызды болған?</a:t>
            </a:r>
            <a:endParaRPr lang="kk-KZ" altLang="ru-RU" sz="4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1050" dirty="0"/>
          </a:p>
        </p:txBody>
      </p:sp>
      <p:sp>
        <p:nvSpPr>
          <p:cNvPr id="3" name="Прямоугольник: скругленные углы 2">
            <a:hlinkClick r:id="rId2" action="ppaction://hlinksldjump"/>
            <a:extLst>
              <a:ext uri="{FF2B5EF4-FFF2-40B4-BE49-F238E27FC236}">
                <a16:creationId xmlns:a16="http://schemas.microsoft.com/office/drawing/2014/main" id="{A99A936B-E319-457D-9040-10B23DC58275}"/>
              </a:ext>
            </a:extLst>
          </p:cNvPr>
          <p:cNvSpPr/>
          <p:nvPr/>
        </p:nvSpPr>
        <p:spPr>
          <a:xfrm>
            <a:off x="7988970" y="5804034"/>
            <a:ext cx="3099335" cy="6352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4800" dirty="0"/>
              <a:t>   ЖАУАП</a:t>
            </a:r>
          </a:p>
        </p:txBody>
      </p:sp>
    </p:spTree>
    <p:extLst>
      <p:ext uri="{BB962C8B-B14F-4D97-AF65-F5344CB8AC3E}">
        <p14:creationId xmlns:p14="http://schemas.microsoft.com/office/powerpoint/2010/main" val="4063237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D8CF123-E80B-4F13-93ED-6C4E63810C7F}"/>
              </a:ext>
            </a:extLst>
          </p:cNvPr>
          <p:cNvSpPr/>
          <p:nvPr/>
        </p:nvSpPr>
        <p:spPr>
          <a:xfrm>
            <a:off x="1094070" y="887826"/>
            <a:ext cx="1076425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k-KZ" sz="2800" dirty="0">
                <a:solidFill>
                  <a:schemeClr val="accent3">
                    <a:lumMod val="75000"/>
                  </a:schemeClr>
                </a:solidFill>
              </a:rPr>
              <a:t>✅ </a:t>
            </a:r>
            <a:r>
              <a:rPr lang="kk-KZ" sz="2800" b="1" dirty="0">
                <a:solidFill>
                  <a:schemeClr val="accent3">
                    <a:lumMod val="75000"/>
                  </a:schemeClr>
                </a:solidFill>
              </a:rPr>
              <a:t>Жауап: </a:t>
            </a:r>
            <a:r>
              <a:rPr lang="kk-KZ" sz="2800" dirty="0">
                <a:solidFill>
                  <a:schemeClr val="accent3">
                    <a:lumMod val="75000"/>
                  </a:schemeClr>
                </a:solidFill>
              </a:rPr>
              <a:t>Ат </a:t>
            </a:r>
            <a:r>
              <a:rPr lang="kk-KZ" sz="2800" b="1" dirty="0">
                <a:solidFill>
                  <a:schemeClr val="accent3">
                    <a:lumMod val="75000"/>
                  </a:schemeClr>
                </a:solidFill>
              </a:rPr>
              <a:t>6000 Дж</a:t>
            </a:r>
            <a:r>
              <a:rPr lang="kk-KZ" sz="2800" dirty="0">
                <a:solidFill>
                  <a:schemeClr val="accent3">
                    <a:lumMod val="75000"/>
                  </a:schemeClr>
                </a:solidFill>
              </a:rPr>
              <a:t> жұмыс атқарды.</a:t>
            </a:r>
          </a:p>
          <a:p>
            <a:endParaRPr lang="kk-KZ" sz="28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kk-KZ" sz="2800" b="1" dirty="0">
                <a:solidFill>
                  <a:schemeClr val="accent3">
                    <a:lumMod val="75000"/>
                  </a:schemeClr>
                </a:solidFill>
              </a:rPr>
              <a:t>📌 Қорытынды сұраққа жауап</a:t>
            </a:r>
          </a:p>
          <a:p>
            <a:r>
              <a:rPr lang="kk-KZ" sz="2800" b="1" dirty="0">
                <a:solidFill>
                  <a:schemeClr val="accent3">
                    <a:lumMod val="75000"/>
                  </a:schemeClr>
                </a:solidFill>
              </a:rPr>
              <a:t>Неге ат қазақ шаруашылығында маңызды болған?</a:t>
            </a:r>
            <a:endParaRPr lang="kk-KZ" sz="28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kk-KZ" sz="2800" dirty="0">
                <a:solidFill>
                  <a:schemeClr val="accent3">
                    <a:lumMod val="75000"/>
                  </a:schemeClr>
                </a:solidFill>
              </a:rPr>
              <a:t>Ат қазақ тұрмысында өте маңызды болды, өйткені ол:</a:t>
            </a:r>
          </a:p>
          <a:p>
            <a:r>
              <a:rPr lang="kk-KZ" sz="2800" dirty="0">
                <a:solidFill>
                  <a:schemeClr val="accent3">
                    <a:lumMod val="75000"/>
                  </a:schemeClr>
                </a:solidFill>
              </a:rPr>
              <a:t>🐎 </a:t>
            </a:r>
            <a:r>
              <a:rPr lang="kk-KZ" sz="2800" b="1" dirty="0">
                <a:solidFill>
                  <a:schemeClr val="accent3">
                    <a:lumMod val="75000"/>
                  </a:schemeClr>
                </a:solidFill>
              </a:rPr>
              <a:t>жүк тасуға</a:t>
            </a:r>
            <a:r>
              <a:rPr lang="kk-KZ" sz="2800" dirty="0">
                <a:solidFill>
                  <a:schemeClr val="accent3">
                    <a:lumMod val="75000"/>
                  </a:schemeClr>
                </a:solidFill>
              </a:rPr>
              <a:t> пайдаланылды</a:t>
            </a:r>
          </a:p>
          <a:p>
            <a:r>
              <a:rPr lang="kk-KZ" sz="2800" dirty="0">
                <a:solidFill>
                  <a:schemeClr val="accent3">
                    <a:lumMod val="75000"/>
                  </a:schemeClr>
                </a:solidFill>
              </a:rPr>
              <a:t>🚶 </a:t>
            </a:r>
            <a:r>
              <a:rPr lang="kk-KZ" sz="2800" b="1" dirty="0">
                <a:solidFill>
                  <a:schemeClr val="accent3">
                    <a:lumMod val="75000"/>
                  </a:schemeClr>
                </a:solidFill>
              </a:rPr>
              <a:t>ұзақ қашықтыққа тез жетуге</a:t>
            </a:r>
            <a:r>
              <a:rPr lang="kk-KZ" sz="2800" dirty="0">
                <a:solidFill>
                  <a:schemeClr val="accent3">
                    <a:lumMod val="75000"/>
                  </a:schemeClr>
                </a:solidFill>
              </a:rPr>
              <a:t> мүмкіндік берді</a:t>
            </a:r>
          </a:p>
          <a:p>
            <a:r>
              <a:rPr lang="kk-KZ" sz="2800" dirty="0">
                <a:solidFill>
                  <a:schemeClr val="accent3">
                    <a:lumMod val="75000"/>
                  </a:schemeClr>
                </a:solidFill>
              </a:rPr>
              <a:t>🌾 </a:t>
            </a:r>
            <a:r>
              <a:rPr lang="kk-KZ" sz="2800" b="1" dirty="0">
                <a:solidFill>
                  <a:schemeClr val="accent3">
                    <a:lumMod val="75000"/>
                  </a:schemeClr>
                </a:solidFill>
              </a:rPr>
              <a:t>шаруашылық жұмыстарында</a:t>
            </a:r>
            <a:r>
              <a:rPr lang="kk-KZ" sz="2800" dirty="0">
                <a:solidFill>
                  <a:schemeClr val="accent3">
                    <a:lumMod val="75000"/>
                  </a:schemeClr>
                </a:solidFill>
              </a:rPr>
              <a:t> (жер жырту, көшіп-қону) қолданылды</a:t>
            </a:r>
          </a:p>
          <a:p>
            <a:r>
              <a:rPr lang="kk-KZ" sz="2800" dirty="0">
                <a:solidFill>
                  <a:schemeClr val="accent3">
                    <a:lumMod val="75000"/>
                  </a:schemeClr>
                </a:solidFill>
              </a:rPr>
              <a:t>🏹 </a:t>
            </a:r>
            <a:r>
              <a:rPr lang="kk-KZ" sz="2800" b="1" dirty="0">
                <a:solidFill>
                  <a:schemeClr val="accent3">
                    <a:lumMod val="75000"/>
                  </a:schemeClr>
                </a:solidFill>
              </a:rPr>
              <a:t>аңшылық пен әскери істе</a:t>
            </a:r>
            <a:r>
              <a:rPr lang="kk-KZ" sz="2800" dirty="0">
                <a:solidFill>
                  <a:schemeClr val="accent3">
                    <a:lumMod val="75000"/>
                  </a:schemeClr>
                </a:solidFill>
              </a:rPr>
              <a:t> маңызды рөл атқарды</a:t>
            </a:r>
          </a:p>
          <a:p>
            <a:r>
              <a:rPr lang="kk-KZ" sz="2800" dirty="0">
                <a:solidFill>
                  <a:schemeClr val="accent3">
                    <a:lumMod val="75000"/>
                  </a:schemeClr>
                </a:solidFill>
              </a:rPr>
              <a:t>Сондықтан ат қазақ халқы үшін </a:t>
            </a:r>
            <a:r>
              <a:rPr lang="kk-KZ" sz="2800" b="1" dirty="0">
                <a:solidFill>
                  <a:schemeClr val="accent3">
                    <a:lumMod val="75000"/>
                  </a:schemeClr>
                </a:solidFill>
              </a:rPr>
              <a:t>көлік, көмекші күш және байлықтың белгісі</a:t>
            </a:r>
            <a:r>
              <a:rPr lang="kk-KZ" sz="2800" dirty="0">
                <a:solidFill>
                  <a:schemeClr val="accent3">
                    <a:lumMod val="75000"/>
                  </a:schemeClr>
                </a:solidFill>
              </a:rPr>
              <a:t> болған.</a:t>
            </a:r>
          </a:p>
        </p:txBody>
      </p:sp>
      <p:sp>
        <p:nvSpPr>
          <p:cNvPr id="3" name="Прямоугольник: скругленные углы 2">
            <a:hlinkClick r:id="rId2" action="ppaction://hlinksldjump"/>
            <a:extLst>
              <a:ext uri="{FF2B5EF4-FFF2-40B4-BE49-F238E27FC236}">
                <a16:creationId xmlns:a16="http://schemas.microsoft.com/office/drawing/2014/main" id="{4309C1A3-EE3D-48EE-B72C-210C99175D44}"/>
              </a:ext>
            </a:extLst>
          </p:cNvPr>
          <p:cNvSpPr/>
          <p:nvPr/>
        </p:nvSpPr>
        <p:spPr>
          <a:xfrm>
            <a:off x="7988970" y="5804034"/>
            <a:ext cx="3099335" cy="6352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/>
              <a:t>БАСТЫ БЕТ</a:t>
            </a:r>
          </a:p>
        </p:txBody>
      </p:sp>
    </p:spTree>
    <p:extLst>
      <p:ext uri="{BB962C8B-B14F-4D97-AF65-F5344CB8AC3E}">
        <p14:creationId xmlns:p14="http://schemas.microsoft.com/office/powerpoint/2010/main" val="1974378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DFD5D50-8ED8-4E01-B8E4-A5BAF90A5D42}"/>
              </a:ext>
            </a:extLst>
          </p:cNvPr>
          <p:cNvSpPr/>
          <p:nvPr/>
        </p:nvSpPr>
        <p:spPr>
          <a:xfrm>
            <a:off x="1421330" y="1257471"/>
            <a:ext cx="10138611" cy="4011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kk-KZ" sz="4000" b="1" kern="18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🧮</a:t>
            </a:r>
            <a:r>
              <a:rPr lang="kk-KZ" sz="4000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6-есеп (функционалдық сауаттылық)</a:t>
            </a:r>
            <a:endParaRPr lang="ru-RU" sz="4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kk-KZ" sz="40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⛷</a:t>
            </a:r>
            <a:r>
              <a:rPr lang="kk-KZ" sz="4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Шаңғышының салмағы </a:t>
            </a:r>
            <a:r>
              <a:rPr lang="kk-KZ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700 Н</a:t>
            </a:r>
            <a:r>
              <a:rPr lang="kk-KZ" sz="4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4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kk-KZ" sz="4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1-жағдай: Аяқ киімнің ауданы </a:t>
            </a:r>
            <a:r>
              <a:rPr lang="kk-KZ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0,02 м²</a:t>
            </a:r>
            <a:endParaRPr lang="ru-RU" sz="4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kk-KZ" sz="4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2-жағдай: Шаңғы ауданы </a:t>
            </a:r>
            <a:r>
              <a:rPr lang="kk-KZ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0,5 м²</a:t>
            </a:r>
            <a:endParaRPr lang="ru-RU" sz="4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kk-KZ" sz="4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Екі жағдайда да қысымды есептеңдер.</a:t>
            </a:r>
            <a:endParaRPr lang="ru-RU" sz="4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kk-KZ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Қорытынды: </a:t>
            </a:r>
            <a:r>
              <a:rPr lang="kk-KZ" sz="4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Қай жағдайда қысым аз?</a:t>
            </a:r>
            <a:endParaRPr lang="ru-RU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: скругленные углы 4">
            <a:hlinkClick r:id="rId2" action="ppaction://hlinksldjump"/>
            <a:extLst>
              <a:ext uri="{FF2B5EF4-FFF2-40B4-BE49-F238E27FC236}">
                <a16:creationId xmlns:a16="http://schemas.microsoft.com/office/drawing/2014/main" id="{0E25623E-B7B9-4F94-9516-E8C771AA9854}"/>
              </a:ext>
            </a:extLst>
          </p:cNvPr>
          <p:cNvSpPr/>
          <p:nvPr/>
        </p:nvSpPr>
        <p:spPr>
          <a:xfrm>
            <a:off x="7988970" y="5804034"/>
            <a:ext cx="3099335" cy="6352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4800" dirty="0"/>
              <a:t>   ЖАУАП</a:t>
            </a:r>
          </a:p>
        </p:txBody>
      </p:sp>
    </p:spTree>
    <p:extLst>
      <p:ext uri="{BB962C8B-B14F-4D97-AF65-F5344CB8AC3E}">
        <p14:creationId xmlns:p14="http://schemas.microsoft.com/office/powerpoint/2010/main" val="976363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935352C-3769-4483-98AA-9D1CF3584B73}"/>
              </a:ext>
            </a:extLst>
          </p:cNvPr>
          <p:cNvSpPr/>
          <p:nvPr/>
        </p:nvSpPr>
        <p:spPr>
          <a:xfrm>
            <a:off x="1103438" y="1553412"/>
            <a:ext cx="1036987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chemeClr val="accent3">
                    <a:lumMod val="75000"/>
                  </a:schemeClr>
                </a:solidFill>
              </a:rPr>
              <a:t>1-жағдай: </a:t>
            </a:r>
            <a:r>
              <a:rPr lang="ru-RU" sz="3600" dirty="0" err="1">
                <a:solidFill>
                  <a:schemeClr val="accent3">
                    <a:lumMod val="75000"/>
                  </a:schemeClr>
                </a:solidFill>
              </a:rPr>
              <a:t>Аяқ</a:t>
            </a:r>
            <a:r>
              <a:rPr lang="ru-RU" sz="36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600" dirty="0" err="1">
                <a:solidFill>
                  <a:schemeClr val="accent3">
                    <a:lumMod val="75000"/>
                  </a:schemeClr>
                </a:solidFill>
              </a:rPr>
              <a:t>киіммен</a:t>
            </a:r>
            <a:r>
              <a:rPr lang="ru-RU" sz="36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600" dirty="0" err="1">
                <a:solidFill>
                  <a:schemeClr val="accent3">
                    <a:lumMod val="75000"/>
                  </a:schemeClr>
                </a:solidFill>
              </a:rPr>
              <a:t>тұрған</a:t>
            </a:r>
            <a:r>
              <a:rPr lang="ru-RU" sz="36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600" dirty="0" err="1">
                <a:solidFill>
                  <a:schemeClr val="accent3">
                    <a:lumMod val="75000"/>
                  </a:schemeClr>
                </a:solidFill>
              </a:rPr>
              <a:t>кезде</a:t>
            </a:r>
            <a:r>
              <a:rPr lang="ru-RU" sz="36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600" dirty="0">
                <a:solidFill>
                  <a:schemeClr val="accent3">
                    <a:lumMod val="75000"/>
                  </a:schemeClr>
                </a:solidFill>
              </a:rPr>
              <a:t>P1​=35000</a:t>
            </a:r>
            <a:r>
              <a:rPr lang="ru-RU" sz="3600" dirty="0">
                <a:solidFill>
                  <a:schemeClr val="accent3">
                    <a:lumMod val="75000"/>
                  </a:schemeClr>
                </a:solidFill>
              </a:rPr>
              <a:t>Па</a:t>
            </a:r>
          </a:p>
          <a:p>
            <a:r>
              <a:rPr lang="ru-RU" sz="3600" dirty="0">
                <a:solidFill>
                  <a:schemeClr val="accent3">
                    <a:lumMod val="75000"/>
                  </a:schemeClr>
                </a:solidFill>
              </a:rPr>
              <a:t>2-жағдай: </a:t>
            </a:r>
            <a:r>
              <a:rPr lang="ru-RU" sz="3600" dirty="0" err="1">
                <a:solidFill>
                  <a:schemeClr val="accent3">
                    <a:lumMod val="75000"/>
                  </a:schemeClr>
                </a:solidFill>
              </a:rPr>
              <a:t>Шаңғымен</a:t>
            </a:r>
            <a:r>
              <a:rPr lang="ru-RU" sz="36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600" dirty="0" err="1">
                <a:solidFill>
                  <a:schemeClr val="accent3">
                    <a:lumMod val="75000"/>
                  </a:schemeClr>
                </a:solidFill>
              </a:rPr>
              <a:t>тұрған</a:t>
            </a:r>
            <a:r>
              <a:rPr lang="ru-RU" sz="36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600" dirty="0" err="1">
                <a:solidFill>
                  <a:schemeClr val="accent3">
                    <a:lumMod val="75000"/>
                  </a:schemeClr>
                </a:solidFill>
              </a:rPr>
              <a:t>кезде</a:t>
            </a:r>
            <a:r>
              <a:rPr lang="ru-RU" sz="36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600" dirty="0">
                <a:solidFill>
                  <a:schemeClr val="accent3">
                    <a:lumMod val="75000"/>
                  </a:schemeClr>
                </a:solidFill>
              </a:rPr>
              <a:t>P2​=1400</a:t>
            </a:r>
            <a:r>
              <a:rPr lang="ru-RU" sz="3600" dirty="0">
                <a:solidFill>
                  <a:schemeClr val="accent3">
                    <a:lumMod val="75000"/>
                  </a:schemeClr>
                </a:solidFill>
              </a:rPr>
              <a:t>Па</a:t>
            </a:r>
          </a:p>
          <a:p>
            <a:endParaRPr lang="ru-RU" sz="36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ru-RU" sz="3600" dirty="0">
                <a:solidFill>
                  <a:schemeClr val="accent3">
                    <a:lumMod val="75000"/>
                  </a:schemeClr>
                </a:solidFill>
              </a:rPr>
              <a:t>✅ </a:t>
            </a:r>
            <a:r>
              <a:rPr lang="ru-RU" sz="3600" b="1" dirty="0" err="1">
                <a:solidFill>
                  <a:schemeClr val="accent3">
                    <a:lumMod val="75000"/>
                  </a:schemeClr>
                </a:solidFill>
              </a:rPr>
              <a:t>Қысым</a:t>
            </a:r>
            <a:r>
              <a:rPr lang="ru-RU" sz="36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600" b="1" dirty="0" err="1">
                <a:solidFill>
                  <a:schemeClr val="accent3">
                    <a:lumMod val="75000"/>
                  </a:schemeClr>
                </a:solidFill>
              </a:rPr>
              <a:t>шаңғымен</a:t>
            </a:r>
            <a:r>
              <a:rPr lang="ru-RU" sz="36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600" b="1" dirty="0" err="1">
                <a:solidFill>
                  <a:schemeClr val="accent3">
                    <a:lumMod val="75000"/>
                  </a:schemeClr>
                </a:solidFill>
              </a:rPr>
              <a:t>тұрған</a:t>
            </a:r>
            <a:r>
              <a:rPr lang="ru-RU" sz="36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600" b="1" dirty="0" err="1">
                <a:solidFill>
                  <a:schemeClr val="accent3">
                    <a:lumMod val="75000"/>
                  </a:schemeClr>
                </a:solidFill>
              </a:rPr>
              <a:t>кезде</a:t>
            </a:r>
            <a:r>
              <a:rPr lang="ru-RU" sz="3600" b="1" dirty="0">
                <a:solidFill>
                  <a:schemeClr val="accent3">
                    <a:lumMod val="75000"/>
                  </a:schemeClr>
                </a:solidFill>
              </a:rPr>
              <a:t> аз </a:t>
            </a:r>
            <a:r>
              <a:rPr lang="ru-RU" sz="3600" b="1" dirty="0" err="1">
                <a:solidFill>
                  <a:schemeClr val="accent3">
                    <a:lumMod val="75000"/>
                  </a:schemeClr>
                </a:solidFill>
              </a:rPr>
              <a:t>болады</a:t>
            </a:r>
            <a:r>
              <a:rPr lang="ru-RU" sz="3600" dirty="0">
                <a:solidFill>
                  <a:schemeClr val="accent3">
                    <a:lumMod val="75000"/>
                  </a:schemeClr>
                </a:solidFill>
              </a:rPr>
              <a:t>, </a:t>
            </a:r>
            <a:r>
              <a:rPr lang="ru-RU" sz="3600" dirty="0" err="1">
                <a:solidFill>
                  <a:schemeClr val="accent3">
                    <a:lumMod val="75000"/>
                  </a:schemeClr>
                </a:solidFill>
              </a:rPr>
              <a:t>себебі</a:t>
            </a:r>
            <a:r>
              <a:rPr lang="ru-RU" sz="36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600" dirty="0" err="1">
                <a:solidFill>
                  <a:schemeClr val="accent3">
                    <a:lumMod val="75000"/>
                  </a:schemeClr>
                </a:solidFill>
              </a:rPr>
              <a:t>тіреу</a:t>
            </a:r>
            <a:r>
              <a:rPr lang="ru-RU" sz="36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600" dirty="0" err="1">
                <a:solidFill>
                  <a:schemeClr val="accent3">
                    <a:lumMod val="75000"/>
                  </a:schemeClr>
                </a:solidFill>
              </a:rPr>
              <a:t>ауданы</a:t>
            </a:r>
            <a:r>
              <a:rPr lang="ru-RU" sz="36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600" dirty="0" err="1">
                <a:solidFill>
                  <a:schemeClr val="accent3">
                    <a:lumMod val="75000"/>
                  </a:schemeClr>
                </a:solidFill>
              </a:rPr>
              <a:t>үлкен</a:t>
            </a:r>
            <a:r>
              <a:rPr lang="ru-RU" sz="3600" dirty="0">
                <a:solidFill>
                  <a:schemeClr val="accent3">
                    <a:lumMod val="75000"/>
                  </a:schemeClr>
                </a:solidFill>
              </a:rPr>
              <a:t>.</a:t>
            </a:r>
          </a:p>
          <a:p>
            <a:r>
              <a:rPr lang="ru-RU" sz="3600" dirty="0" err="1">
                <a:solidFill>
                  <a:schemeClr val="accent3">
                    <a:lumMod val="75000"/>
                  </a:schemeClr>
                </a:solidFill>
              </a:rPr>
              <a:t>Сондықтан</a:t>
            </a:r>
            <a:r>
              <a:rPr lang="ru-RU" sz="36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600" dirty="0" err="1">
                <a:solidFill>
                  <a:schemeClr val="accent3">
                    <a:lumMod val="75000"/>
                  </a:schemeClr>
                </a:solidFill>
              </a:rPr>
              <a:t>шаңғышы</a:t>
            </a:r>
            <a:r>
              <a:rPr lang="ru-RU" sz="36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600" dirty="0" err="1">
                <a:solidFill>
                  <a:schemeClr val="accent3">
                    <a:lumMod val="75000"/>
                  </a:schemeClr>
                </a:solidFill>
              </a:rPr>
              <a:t>қарға</a:t>
            </a:r>
            <a:r>
              <a:rPr lang="ru-RU" sz="36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600" dirty="0" err="1">
                <a:solidFill>
                  <a:schemeClr val="accent3">
                    <a:lumMod val="75000"/>
                  </a:schemeClr>
                </a:solidFill>
              </a:rPr>
              <a:t>батпайды</a:t>
            </a:r>
            <a:r>
              <a:rPr lang="ru-RU" sz="3600" dirty="0">
                <a:solidFill>
                  <a:schemeClr val="accent3">
                    <a:lumMod val="75000"/>
                  </a:schemeClr>
                </a:solidFill>
              </a:rPr>
              <a:t> — </a:t>
            </a:r>
            <a:r>
              <a:rPr lang="ru-RU" sz="3600" b="1" dirty="0" err="1">
                <a:solidFill>
                  <a:schemeClr val="accent3">
                    <a:lumMod val="75000"/>
                  </a:schemeClr>
                </a:solidFill>
              </a:rPr>
              <a:t>аудан</a:t>
            </a:r>
            <a:r>
              <a:rPr lang="ru-RU" sz="36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600" b="1" dirty="0" err="1">
                <a:solidFill>
                  <a:schemeClr val="accent3">
                    <a:lumMod val="75000"/>
                  </a:schemeClr>
                </a:solidFill>
              </a:rPr>
              <a:t>артқан</a:t>
            </a:r>
            <a:r>
              <a:rPr lang="ru-RU" sz="36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600" b="1" dirty="0" err="1">
                <a:solidFill>
                  <a:schemeClr val="accent3">
                    <a:lumMod val="75000"/>
                  </a:schemeClr>
                </a:solidFill>
              </a:rPr>
              <a:t>сайын</a:t>
            </a:r>
            <a:r>
              <a:rPr lang="ru-RU" sz="36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600" b="1" dirty="0" err="1">
                <a:solidFill>
                  <a:schemeClr val="accent3">
                    <a:lumMod val="75000"/>
                  </a:schemeClr>
                </a:solidFill>
              </a:rPr>
              <a:t>қысым</a:t>
            </a:r>
            <a:r>
              <a:rPr lang="ru-RU" sz="36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3600" b="1" dirty="0" err="1">
                <a:solidFill>
                  <a:schemeClr val="accent3">
                    <a:lumMod val="75000"/>
                  </a:schemeClr>
                </a:solidFill>
              </a:rPr>
              <a:t>азаяды</a:t>
            </a:r>
            <a:r>
              <a:rPr lang="ru-RU" sz="3600" dirty="0">
                <a:solidFill>
                  <a:schemeClr val="accent3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3" name="Прямоугольник: скругленные углы 2">
            <a:hlinkClick r:id="rId2" action="ppaction://hlinksldjump"/>
            <a:extLst>
              <a:ext uri="{FF2B5EF4-FFF2-40B4-BE49-F238E27FC236}">
                <a16:creationId xmlns:a16="http://schemas.microsoft.com/office/drawing/2014/main" id="{ED8C836C-510E-45A9-B790-6492479807CB}"/>
              </a:ext>
            </a:extLst>
          </p:cNvPr>
          <p:cNvSpPr/>
          <p:nvPr/>
        </p:nvSpPr>
        <p:spPr>
          <a:xfrm>
            <a:off x="7988970" y="5804034"/>
            <a:ext cx="3099335" cy="6352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/>
              <a:t>БАСТЫ БЕТ</a:t>
            </a:r>
          </a:p>
        </p:txBody>
      </p:sp>
    </p:spTree>
    <p:extLst>
      <p:ext uri="{BB962C8B-B14F-4D97-AF65-F5344CB8AC3E}">
        <p14:creationId xmlns:p14="http://schemas.microsoft.com/office/powerpoint/2010/main" val="27431034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Контур</Template>
  <TotalTime>49</TotalTime>
  <Words>568</Words>
  <Application>Microsoft Office PowerPoint</Application>
  <PresentationFormat>Широкоэкранный</PresentationFormat>
  <Paragraphs>79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Calibri</vt:lpstr>
      <vt:lpstr>Segoe UI Emoji</vt:lpstr>
      <vt:lpstr>Times New Roman</vt:lpstr>
      <vt:lpstr>Tw Cen MT</vt:lpstr>
      <vt:lpstr>Контур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Зиннат Жусупова</dc:creator>
  <cp:lastModifiedBy>Зиннат Жусупова</cp:lastModifiedBy>
  <cp:revision>5</cp:revision>
  <dcterms:created xsi:type="dcterms:W3CDTF">2026-03-08T20:54:11Z</dcterms:created>
  <dcterms:modified xsi:type="dcterms:W3CDTF">2026-03-08T21:43:19Z</dcterms:modified>
</cp:coreProperties>
</file>