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Raleway" panose="020B0604020202020204" charset="-52"/>
      <p:regular r:id="rId16"/>
    </p:embeddedFont>
    <p:embeddedFont>
      <p:font typeface="Roboto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kk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264" y="26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k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1D049-B47F-41BB-AC55-518DF30BCC59}" type="datetimeFigureOut">
              <a:rPr lang="kk-KZ" smtClean="0"/>
              <a:t>02.05.2026</a:t>
            </a:fld>
            <a:endParaRPr lang="kk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k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kk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k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D8944-7C9C-4CE4-86C5-18DEE1C4D2EB}" type="slidenum">
              <a:rPr lang="kk-KZ" smtClean="0"/>
              <a:t>‹#›</a:t>
            </a:fld>
            <a:endParaRPr lang="kk-KZ"/>
          </a:p>
        </p:txBody>
      </p:sp>
    </p:spTree>
    <p:extLst>
      <p:ext uri="{BB962C8B-B14F-4D97-AF65-F5344CB8AC3E}">
        <p14:creationId xmlns:p14="http://schemas.microsoft.com/office/powerpoint/2010/main" val="322958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5323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Аспан денелері туралы ғылым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2900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7-сынып | Астрономия | Оқу мақсаты: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7.7.1.1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геоцентрлік және гелиоцентрлік жүйелерді салыстыру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271016"/>
            <a:ext cx="2835712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6416278" y="5339001"/>
            <a:ext cx="25635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«БІРЛІК – КҮШТІҢ БАСТАУЫ.»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60082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Сабақтың мақсаттары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Түсіну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Геоцентрлік және гелиоцентрлік жүйелердің мәнін түсіну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Салыстыру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Екі жүйені белгілері бойынша салыстыру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Байланыстыру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Аспан денелерінің қозғалысын өмірмен байланыстыру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Дәлелдеу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Ғылыми көзқарастың дамуындағы дәлелдің маңызын түсіну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1-кезең • 3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55063"/>
            <a:ext cx="8842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Ұйымдастыру: «Ғарыштық тілек»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9154"/>
            <a:ext cx="4205168" cy="420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0142" y="3296841"/>
            <a:ext cx="79439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«Бірлік – күштің бастауы.»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559981" y="3296841"/>
            <a:ext cx="30480" cy="362903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5559981" y="391489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Бүгін біз аспан денелері, Жердің және Күннің Ғаламдағы орны туралы ой қозғаймыз.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9981" y="4895850"/>
            <a:ext cx="8284131" cy="963811"/>
          </a:xfrm>
          <a:prstGeom prst="roundRect">
            <a:avLst>
              <a:gd name="adj" fmla="val 9884"/>
            </a:avLst>
          </a:prstGeom>
          <a:solidFill>
            <a:srgbClr val="D2D2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5239941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7097" y="5179338"/>
            <a:ext cx="73202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Талқылаңыз: «Ғылымда бірлік пен ынтымақ не үшін қажет?»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559981" y="6114812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Бір-біріңізге сабаққа сәттілік тілеңіздер!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37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2-кезең • 5 минут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11827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Білімді жаңарту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80190" y="22317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65260" y="22742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017306" y="2309574"/>
            <a:ext cx="3958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Аспан денелері дегеніміз не?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80190" y="31956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5260" y="323814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017306" y="3273504"/>
            <a:ext cx="6482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Күн, Ай, Жер қандай аспан денелеріне жатады?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280190" y="41595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420207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4237434"/>
            <a:ext cx="6572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Күн неге күндіз, жұлдыздар неге түнде көрінеді?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280190" y="51234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65260" y="51660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7017306" y="5201364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Ертедегі адамдар аспан денелерін не үшін бақылаған?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280190" y="6165175"/>
            <a:ext cx="7556421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6509266"/>
            <a:ext cx="283488" cy="22681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17306" y="6448663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Қазақ халқы жұлдыздарға қарап көш бағытын, ауа райын, уақытты болжаған.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3-кезең • 10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71362"/>
            <a:ext cx="106002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Жаңа білім: Астрономия және екі жүйе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4203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Астрономия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аспан денелерін, олардың қозғалысын, құрылысын және дамуын зерттейтін ғылым.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038356"/>
            <a:ext cx="6407944" cy="3045976"/>
          </a:xfrm>
          <a:prstGeom prst="roundRect">
            <a:avLst>
              <a:gd name="adj" fmla="val 312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272790"/>
            <a:ext cx="2864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🌍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Геоцентрлік жүйе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376320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«Гео»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Жер,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«центр»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орталық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426219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 — Ғаламның ортасы. Күн, Ай, планеталар Жерді айналады.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512409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Негізін қалаған: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Птолемей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038356"/>
            <a:ext cx="6408063" cy="3045976"/>
          </a:xfrm>
          <a:prstGeom prst="roundRect">
            <a:avLst>
              <a:gd name="adj" fmla="val 312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982" y="3272790"/>
            <a:ext cx="3193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☀️</a:t>
            </a: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Гелиоцентрлік жүйе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62982" y="376320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«Гелио»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Күн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2982" y="426219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Күн — жүйенің ортасы. Жер және барлық планеталар Күнді айналады.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512409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Ұсынған: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Николай Коперник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Дәлелдеген: Галилей, Кеплер, Ньютон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33948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683573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62297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Қазіргі ғылым бойынша дұрыс модель —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гелиоцентрлік жүйе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0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4-кезең • 5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5632"/>
            <a:ext cx="89236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1-тапсырма: Екі жүйені салыстыр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2945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Жұппен орындаңдар. Кестені толтырыңдар.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912626"/>
            <a:ext cx="13042821" cy="3297317"/>
          </a:xfrm>
          <a:prstGeom prst="roundRect">
            <a:avLst>
              <a:gd name="adj" fmla="val 28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462" y="3063954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Салыстыру белгісі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461635" y="3063954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Геоцентрлік жүйе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60625" y="3063954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Гелиоцентрлік жүйе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462" y="3721894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Орталықта не орналасады?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61635" y="3721894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60625" y="3721894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Күн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4379833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айналып қозғалады?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61635" y="4379833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Күн, Ай, планеталар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760625" y="4379833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 және планеталар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462" y="5037773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Негізін қалаған ғалым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461635" y="5037773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Птолемей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760625" y="5037773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Коперник, Галилей, Ньютон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28462" y="5695712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Қазіргі ғылымдағы дұрыстығы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461635" y="5695712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Дұрыс емес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60625" y="5695712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Дұрыс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6465094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809184"/>
            <a:ext cx="283488" cy="22681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0906" y="6748582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Дұрыс жауап берген жұпқа ауызша мадақтау беріледі.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5-кезең • 5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81244"/>
            <a:ext cx="11053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2-тапсырма: «Аспанға қарап бағыт табу»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59154"/>
            <a:ext cx="4205168" cy="4205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59981" y="2685336"/>
            <a:ext cx="8284131" cy="1326713"/>
          </a:xfrm>
          <a:prstGeom prst="roundRect">
            <a:avLst>
              <a:gd name="adj" fmla="val 7181"/>
            </a:avLst>
          </a:prstGeom>
          <a:solidFill>
            <a:srgbClr val="D2D2E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3029426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7097" y="2968823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Жағдаят: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Бір жолаушы түнде далада адасып қалды. Ол аспанда Темірқазықты тапты.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297097" y="4267200"/>
            <a:ext cx="326314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Темірқазық қандай бағытты көрсетеді?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10580846" y="4267200"/>
            <a:ext cx="326326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Солтүстік белгілі болса, қалған бағыттарды қалай табасың?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6297097" y="5783818"/>
            <a:ext cx="4995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Бұл білім қай мамандықтарға қажет?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5559981" y="6726436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Бағалау: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 балл | Астрономиялық білімді өмірлік жағдаятта қолданады.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1" y="154067"/>
            <a:ext cx="5280898" cy="792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58412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6-кезең • 5 минут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376" y="979646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3-тапсырма: «Қазақ халқы және жұлдыздар»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7628" y="2753201"/>
            <a:ext cx="7396996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Малшылар </a:t>
            </a: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Үркер, Темірқазық, Жетіқарақшы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жұлдыздарын танып, жыл мезгілін, ауа райын, көшу уақытын болжаған. Бұл білім халықтың өмір тәжірибесімен тығыз байланысты болған.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9376" y="2543651"/>
            <a:ext cx="22860" cy="135957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Shape 5"/>
          <p:cNvSpPr/>
          <p:nvPr/>
        </p:nvSpPr>
        <p:spPr>
          <a:xfrm>
            <a:off x="719376" y="4112776"/>
            <a:ext cx="3759518" cy="1829991"/>
          </a:xfrm>
          <a:prstGeom prst="roundRect">
            <a:avLst>
              <a:gd name="adj" fmla="val 47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7737" y="434113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Сұрақ 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47737" y="4773930"/>
            <a:ext cx="330279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Қазақ халқы аспан денелерін не үшін бақылаған?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65107" y="4112776"/>
            <a:ext cx="3759518" cy="1829991"/>
          </a:xfrm>
          <a:prstGeom prst="roundRect">
            <a:avLst>
              <a:gd name="adj" fmla="val 47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3469" y="434113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Сұрақ 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893469" y="4773930"/>
            <a:ext cx="330279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Бұл білім бірлік пен ынтымақ құндылығымен қалай байланысты?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19376" y="6128980"/>
            <a:ext cx="7705249" cy="1516499"/>
          </a:xfrm>
          <a:prstGeom prst="roundRect">
            <a:avLst>
              <a:gd name="adj" fmla="val 56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737" y="635734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Сұрақ 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47737" y="6790134"/>
            <a:ext cx="724852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«Бірлік – күштің бастауы» дәйексөзін осы тақырыппен байланыстырып, 2 сөйлем жаз.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7-кезең • 5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76507"/>
            <a:ext cx="10133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4-тапсырма: «Жердің Күнді айналуы»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625447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D2D2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969538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290893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Есеп: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Жер Күнді 365 күнде бір рет айналады. 1 ай = 30 күн деп алсақ, Жер 3 айда орбитасының қандай бөлігін жүріп өтеді?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0731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56235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793790" y="4736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ай = 90 күн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6962" y="420731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456235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5216962" y="4736663"/>
            <a:ext cx="33613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Толық айналым = 365 күн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40133" y="420731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40133" y="4562356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9640133" y="4736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 ÷ 365 ≈ 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0,25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93790" y="5516166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860256"/>
            <a:ext cx="283488" cy="2268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30906" y="579965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Жауабы: Жер 3 айда орбитасының шамамен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1/4 бөлігін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жүріп өтеді.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793790" y="67351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Бағалау: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 балл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7591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8-кезең • 4 минут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81407" y="1112639"/>
            <a:ext cx="1064478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5-тапсырма: «Модель арқылы дәлелде»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737009"/>
            <a:ext cx="4219575" cy="4219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3194" y="2337792"/>
            <a:ext cx="8303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Модель: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үлкен сары шеңбер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Күн,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көк шар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Жер,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кіші ақ шар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Ай.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553194" y="2939296"/>
            <a:ext cx="4041696" cy="2628662"/>
          </a:xfrm>
          <a:prstGeom prst="roundRect">
            <a:avLst>
              <a:gd name="adj" fmla="val 35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84056" y="3170158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5784056" y="40597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Геоцентрлік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784056" y="4628436"/>
            <a:ext cx="35799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Жерді орталыққа қойып, Күн айналатынын көрсет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814679" y="2939296"/>
            <a:ext cx="4041815" cy="2628662"/>
          </a:xfrm>
          <a:prstGeom prst="roundRect">
            <a:avLst>
              <a:gd name="adj" fmla="val 35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045541" y="3170158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B1B27"/>
          </a:solidFill>
          <a:ln/>
        </p:spPr>
      </p:sp>
      <p:sp>
        <p:nvSpPr>
          <p:cNvPr id="14" name="Text 9"/>
          <p:cNvSpPr/>
          <p:nvPr/>
        </p:nvSpPr>
        <p:spPr>
          <a:xfrm>
            <a:off x="10045541" y="40597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Гелиоцентрлік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10045541" y="4628436"/>
            <a:ext cx="35800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Күнді орталыққа қойып, Жер айналатынын дәлелде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5553194" y="5815132"/>
            <a:ext cx="8303300" cy="939165"/>
          </a:xfrm>
          <a:prstGeom prst="roundRect">
            <a:avLst>
              <a:gd name="adj" fmla="val 9985"/>
            </a:avLst>
          </a:prstGeom>
          <a:solidFill>
            <a:srgbClr val="D9D9D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436" y="6150173"/>
            <a:ext cx="279083" cy="2232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8761" y="6090642"/>
            <a:ext cx="735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Неге ғылымда тек пікір емес,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дәлел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маңызды?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5553194" y="7001470"/>
            <a:ext cx="8303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Бағалау: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 балл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8020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9-кезең • 3 минут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44260" y="1092160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Қысқаша тест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44260" y="2055614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Жауаптарды жаз, содан кейін қатарласып тексер.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4260" y="2609374"/>
            <a:ext cx="13141881" cy="3848100"/>
          </a:xfrm>
          <a:prstGeom prst="roundRect">
            <a:avLst>
              <a:gd name="adj" fmla="val 23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880" y="2616994"/>
            <a:ext cx="13126641" cy="583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4644" y="2744152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№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281118" y="2744152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Сұрақ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500711" y="2744152"/>
            <a:ext cx="41651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Жауап нұсқалары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1880" y="3200876"/>
            <a:ext cx="13126641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4644" y="3328035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81118" y="3328035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Аспан денелерін зерттейтін ғылым: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00711" y="3328035"/>
            <a:ext cx="41651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A) Биология B) </a:t>
            </a: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Астрономия</a:t>
            </a: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C) География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51880" y="3784759"/>
            <a:ext cx="13126641" cy="5838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4644" y="3911918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281118" y="3911918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Геоцентрлік жүйеде орталықта не орналасады?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00711" y="3911918"/>
            <a:ext cx="41651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A) Күн B) Ай C) </a:t>
            </a: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Жер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51880" y="4368641"/>
            <a:ext cx="13126641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4644" y="4495800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281118" y="4495800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Гелиоцентрлік жүйеде орталықта не орналасады?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500711" y="4495800"/>
            <a:ext cx="41651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A) </a:t>
            </a: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Күн</a:t>
            </a: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B) Жер C) Ай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51880" y="4952524"/>
            <a:ext cx="13126641" cy="9134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4644" y="5079683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81118" y="5079683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Қазіргі ғылым бойынша дұрыс жүйе: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00711" y="5079683"/>
            <a:ext cx="4165163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A) Геоцентрлік B) </a:t>
            </a: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Гелиоцентрлік</a:t>
            </a: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C) Екеуі де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51880" y="5865971"/>
            <a:ext cx="13126641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4644" y="5993130"/>
            <a:ext cx="8835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281118" y="5993130"/>
            <a:ext cx="67866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Темірқазық қандай бағытты көрсетеді?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00711" y="5993130"/>
            <a:ext cx="416516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A) Оңтүстік B) </a:t>
            </a: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Солтүстік</a:t>
            </a: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C) Батыс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744260" y="6681668"/>
            <a:ext cx="13141881" cy="867608"/>
          </a:xfrm>
          <a:prstGeom prst="roundRect">
            <a:avLst>
              <a:gd name="adj" fmla="val 10294"/>
            </a:avLst>
          </a:prstGeom>
          <a:solidFill>
            <a:srgbClr val="B6D6FC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6997541"/>
            <a:ext cx="265748" cy="21264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35298" y="6934081"/>
            <a:ext cx="12238196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Тест диагностикалық мақсатта. Балл қойылмайды — ауызша кері байланыс беріледі.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871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10-кезең • 2 минут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3168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Рефлексия: «3-2-1»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365778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1410" y="3373398"/>
            <a:ext cx="3770590" cy="1669852"/>
          </a:xfrm>
          <a:prstGeom prst="roundRect">
            <a:avLst>
              <a:gd name="adj" fmla="val 5705"/>
            </a:avLst>
          </a:prstGeom>
          <a:solidFill>
            <a:srgbClr val="E1E1EA"/>
          </a:solidFill>
          <a:ln/>
        </p:spPr>
      </p:sp>
      <p:sp>
        <p:nvSpPr>
          <p:cNvPr id="8" name="Text 5"/>
          <p:cNvSpPr/>
          <p:nvPr/>
        </p:nvSpPr>
        <p:spPr>
          <a:xfrm>
            <a:off x="1028224" y="3600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жаңа ақпарат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4090630"/>
            <a:ext cx="29768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Бүгін білген үш жаңа нәрсені жаз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3373398"/>
            <a:ext cx="3770590" cy="166985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3373398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2" name="Text 9"/>
          <p:cNvSpPr/>
          <p:nvPr/>
        </p:nvSpPr>
        <p:spPr>
          <a:xfrm>
            <a:off x="5138976" y="3600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маңызды ұғым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138976" y="4090630"/>
            <a:ext cx="29768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Осы сабақтың екі негізгі ұғымын атай аласың ба?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288512" y="392477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1410" y="5043249"/>
            <a:ext cx="7541181" cy="130694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7" name="Shape 13"/>
          <p:cNvSpPr/>
          <p:nvPr/>
        </p:nvSpPr>
        <p:spPr>
          <a:xfrm>
            <a:off x="801410" y="5043249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8" name="Text 14"/>
          <p:cNvSpPr/>
          <p:nvPr/>
        </p:nvSpPr>
        <p:spPr>
          <a:xfrm>
            <a:off x="1028224" y="5270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сұрақ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028224" y="5760482"/>
            <a:ext cx="67473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Әлі де білгің келетін бір сұрақты жаз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11-кезең • 2 минут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1503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Үй тапсырмасы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19498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Зерттеу тапсырмасы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26443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Тақырып: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«Неге қазіргі ғылым гелиоцентрлік жүйені дұрыс деп есептейді?»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26243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617476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3791783"/>
            <a:ext cx="64079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ChatGPT немесе Perplexity AI арқылы ақпарат ізде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28548" y="326243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617476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3791783"/>
            <a:ext cx="58334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Өз сөзіңмен 6–7 сөйлемдік қорытынды жаз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489727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252323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426631"/>
            <a:ext cx="53823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Бір сурет немесе қарапайым схема сал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28548" y="489727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52323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426631"/>
            <a:ext cx="6408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«Ғылымда дәлел не үшін маңызды?» — 2 сөйлем жаз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3790" y="656046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904553"/>
            <a:ext cx="283488" cy="22681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30906" y="684395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ЖИ жауабын толық көшірмеңдер! Ақпаратты тек </a:t>
            </a: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көмекші құрал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ретінде пайдаланыңдар.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Произвольный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Raleway</vt:lpstr>
      <vt:lpstr>Roboto</vt:lpstr>
      <vt:lpstr>Calibri</vt:lpstr>
      <vt:lpstr>Raleway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Пользователь</cp:lastModifiedBy>
  <cp:revision>2</cp:revision>
  <dcterms:created xsi:type="dcterms:W3CDTF">2026-05-02T08:48:27Z</dcterms:created>
  <dcterms:modified xsi:type="dcterms:W3CDTF">2026-05-02T15:24:02Z</dcterms:modified>
</cp:coreProperties>
</file>